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a8871f76924d81" /><Relationship Type="http://schemas.openxmlformats.org/officeDocument/2006/relationships/extended-properties" Target="/docProps/app.xml" Id="Rbbdc666fcd07447b" /><Relationship Type="http://schemas.openxmlformats.org/officeDocument/2006/relationships/officeDocument" Target="/ppt/presentation.xml" Id="R7786190ee7e64f13" /></Relationships>
</file>

<file path=ppt/presentation.xml><?xml version="1.0" encoding="utf-8"?>
<p:presentation xmlns:p="http://schemas.openxmlformats.org/presentationml/2006/main">
  <p:sldMasterIdLst>
    <p:sldMasterId xmlns:r="http://schemas.openxmlformats.org/officeDocument/2006/relationships" id="2147483648" r:id="R52aad5ae3e3b4f2c"/>
  </p:sldMasterIdLst>
  <p:notesMasterIdLst>
    <p:notesMasterId xmlns:r="http://schemas.openxmlformats.org/officeDocument/2006/relationships" r:id="R1a178210a9744e77"/>
  </p:notesMasterIdLst>
  <p:sldIdLst>
    <p:sldId xmlns:r="http://schemas.openxmlformats.org/officeDocument/2006/relationships" id="256" r:id="R046396de660d48de"/>
    <p:sldId xmlns:r="http://schemas.openxmlformats.org/officeDocument/2006/relationships" id="257" r:id="R7fd23b4e3c4a43b1"/>
    <p:sldId xmlns:r="http://schemas.openxmlformats.org/officeDocument/2006/relationships" id="258" r:id="R6089aa3643a04244"/>
    <p:sldId xmlns:r="http://schemas.openxmlformats.org/officeDocument/2006/relationships" id="259" r:id="R023e38f388b64a47"/>
    <p:sldId xmlns:r="http://schemas.openxmlformats.org/officeDocument/2006/relationships" id="260" r:id="Rb0adc07971e346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48e9e78e3b4a9b" /><Relationship Type="http://schemas.openxmlformats.org/officeDocument/2006/relationships/slideMaster" Target="/ppt/slideMasters/slideMaster1.xml" Id="R52aad5ae3e3b4f2c" /><Relationship Type="http://schemas.openxmlformats.org/officeDocument/2006/relationships/notesMaster" Target="/ppt/notesMasters/notesMaster1.xml" Id="R1a178210a9744e77" /><Relationship Type="http://schemas.openxmlformats.org/officeDocument/2006/relationships/presProps" Target="/ppt/presProps.xml" Id="R6c3cc42ffa8249a4" /><Relationship Type="http://schemas.openxmlformats.org/officeDocument/2006/relationships/tableStyles" Target="/ppt/tableStyles.xml" Id="R9d7210e5de6e4b5d" /><Relationship Type="http://schemas.openxmlformats.org/officeDocument/2006/relationships/slide" Target="/ppt/slides/slide1.xml" Id="R046396de660d48de" /><Relationship Type="http://schemas.openxmlformats.org/officeDocument/2006/relationships/slide" Target="/ppt/slides/slide2.xml" Id="R7fd23b4e3c4a43b1" /><Relationship Type="http://schemas.openxmlformats.org/officeDocument/2006/relationships/slide" Target="/ppt/slides/slide3.xml" Id="R6089aa3643a04244" /><Relationship Type="http://schemas.openxmlformats.org/officeDocument/2006/relationships/slide" Target="/ppt/slides/slide4.xml" Id="R023e38f388b64a47" /><Relationship Type="http://schemas.openxmlformats.org/officeDocument/2006/relationships/slide" Target="/ppt/slides/slide5.xml" Id="Rb0adc07971e346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5f76ba2c554a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d37ec258b54d43" /><Relationship Type="http://schemas.openxmlformats.org/officeDocument/2006/relationships/notesMaster" Target="/ppt/notesMasters/notesMaster1.xml" Id="R2ca3f4dc8ec14c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6e707acd34dbf" /><Relationship Type="http://schemas.openxmlformats.org/officeDocument/2006/relationships/notesMaster" Target="/ppt/notesMasters/notesMaster1.xml" Id="R7fb98047521b47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85b25ab4e74785" /><Relationship Type="http://schemas.openxmlformats.org/officeDocument/2006/relationships/notesMaster" Target="/ppt/notesMasters/notesMaster1.xml" Id="Re04bd317b18647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0dcea027ed49d8" /><Relationship Type="http://schemas.openxmlformats.org/officeDocument/2006/relationships/notesMaster" Target="/ppt/notesMasters/notesMaster1.xml" Id="Rb468ccd182a1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2f53ced7a346ff" /><Relationship Type="http://schemas.openxmlformats.org/officeDocument/2006/relationships/notesMaster" Target="/ppt/notesMasters/notesMaster1.xml" Id="R12845ead6c2a4d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preserving the business meaning already present in reports. This is a fictional fixture demonstration, not a company deployment. Prework prepared synthetic data, report fixtures, search and a starter agent. Event work adds the product workflow, separate agents and tests. Source: README.md, STATUS.md, fixtures/business/definitions.md in https://github.com/LALITHASWAROOPK/d2k-inspired-sales-hackathon/tree/codex/l2p-hackathon-build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exclude tax; no currency is modeled. These are observed synthetic snapshot amounts, not savings. HANA-style model supplies the source formula; Qlik fixtures add aliases and chart aggregation. The core invoiced product follows the invoice/Spotfire path, not a claim that Qlik and Spotfire logic were merged. Source: event/l2p/evidence/regression_results.json; fixtures/qlik/sales_performance.qvs and metadata; fixtures/hana SQL equivalents; consumer C1 trace. B3 saved run later released v2. Use the actual version shown during the demo. https://github.com/LALITHASWAROOPK/d2k-inspired-sales-hackathon/tree/codex/l2p-hackathon-build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data stays in Snowflake. Synthetic Northstar Supply rows use a simplified Wide World Importers schema adaptation; no Microsoft sample rows or employer data were imported. Builder uses Cortex Search and definition retrieval, bounded recipe tools and deterministic checks. A successful release can publish the guarded semantic view. Consumer uses Cortex Analyst; backend verifies recorded contract results and current content integrity before and after the call. This does not rerun source reconciliation. Whole documents, not chunking. Three skills attached, use unverified. Spotfire is one additional metadata fixture, not a dedicated skill or native connector. Future enterprise adapters need authentication and contracts; not implemented. Core backend built with CoCo; UI, native evals and semantic extension assisted by Codex. https://github.com/LALITHASWAROOPK/d2k-inspired-sales-hackathon/tree/codex/l2p-hackathon-build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checkpoint: backend regression run finished 12:26 Pacific; v2 custom agent evaluation run_20261023_131859 completed 19/19 with two wording flags: Expected uplift and no invoice yet. Native run CODEX_NATIVE_20261023_1400 completed after the user granted EXECUTE TASK. Two read-only cases per agent; all answer correctness scores 1.00. Consumer logical consistency 1.00/1.00; builder 1.00/0.67. Lower score: citing a definitions search hit without fetching its full version. Native judge scores are separate from deterministic checks and are not a general reliability estimate. Backend code changed afterward, so do not call the old run blanket coverage of all later edits. v2 evaluated 10 cases in 19 runs; selected critical prompts repeated three times. The sample is not a general reliability estimate. Source: event/l2p/evidence/regression_results.json and event/l2p/evidence/eval/run_20261023_131859/summary.md. Claims about missing consent/margin/uplift are fixture limitations. https://github.com/LALITHASWAROOPK/d2k-inspired-sales-hackathon/tree/codex/l2p-hackathon-build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slide, not required in the one-minute demo. One native evaluation exposed retrieval discipline, not proof of a model capability gap. Fetch full definitions before citing. A future experiment could evaluate evidence classification and routing with Snowflake Decision, comparing accuracy, unsupported claims, cost and latency with the current workflow. Snowflake Decision is private preview and our synthetic AI_COMPLETE availability check failed. Never replace deterministic release checks with probabilistic classification. Official source: https://www.snowflake.com/en/blog/snowflake-decision-cortex-ai-functions/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eb41a65cc14e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6ba70e0a7240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652bf5b5dc4a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9f7c3befb24a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2c733787d74c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cc21eac2c942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CAE5D3-7817-4513-B5E4-FDCEEA87B7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0F8475-0172-4752-8005-B1D3F74FC1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76861C-B9BB-4B82-A26B-872E1954F8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D6B8E4-49BB-4948-85F8-2ED2951911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6775D5-CCC9-4739-B6F7-46AA7CF568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AC92DE-5611-4248-959D-6CC1E92AFA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C941E5-E229-4224-87D5-6C059F6D24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893237-E273-4C57-BDDE-79D6E58927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6A1EB5-A087-4038-A366-7C32BEAD0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46EBF-EAE8-4412-81A6-0D8F84CEA1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7a17abb7ea429b" /><Relationship Type="http://schemas.openxmlformats.org/officeDocument/2006/relationships/slideLayout" Target="/ppt/slideLayouts/slideLayout1.xml" Id="Re22386e1198549ce" /><Relationship Type="http://schemas.openxmlformats.org/officeDocument/2006/relationships/slideLayout" Target="/ppt/slideLayouts/slideLayout2.xml" Id="R2b42015f2e514286" /><Relationship Type="http://schemas.openxmlformats.org/officeDocument/2006/relationships/slideLayout" Target="/ppt/slideLayouts/slideLayout3.xml" Id="Reaaa071f0bcd481a" /><Relationship Type="http://schemas.openxmlformats.org/officeDocument/2006/relationships/slideLayout" Target="/ppt/slideLayouts/slideLayout4.xml" Id="R79cdab7568ad4588" /><Relationship Type="http://schemas.openxmlformats.org/officeDocument/2006/relationships/slideLayout" Target="/ppt/slideLayouts/slideLayout5.xml" Id="Rdfdc9d9b661d48bf" /><Relationship Type="http://schemas.openxmlformats.org/officeDocument/2006/relationships/slideLayout" Target="/ppt/slideLayouts/slideLayout6.xml" Id="R82a74808505f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2386e1198549ce"/>
    <p:sldLayoutId xmlns:r="http://schemas.openxmlformats.org/officeDocument/2006/relationships" id="2147483650" r:id="R2b42015f2e514286"/>
    <p:sldLayoutId xmlns:r="http://schemas.openxmlformats.org/officeDocument/2006/relationships" id="2147483651" r:id="Reaaa071f0bcd481a"/>
    <p:sldLayoutId xmlns:r="http://schemas.openxmlformats.org/officeDocument/2006/relationships" id="2147483652" r:id="R79cdab7568ad4588"/>
    <p:sldLayoutId xmlns:r="http://schemas.openxmlformats.org/officeDocument/2006/relationships" id="2147483653" r:id="Rdfdc9d9b661d48bf"/>
    <p:sldLayoutId xmlns:r="http://schemas.openxmlformats.org/officeDocument/2006/relationships" id="2147483654" r:id="R82a74808505f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1b435077c04d15" /><Relationship Type="http://schemas.openxmlformats.org/officeDocument/2006/relationships/notesSlide" Target="/ppt/notesSlides/notesSlide1.xml" Id="R9bcce7c998bb48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7176606dfd4d6c" /><Relationship Type="http://schemas.openxmlformats.org/officeDocument/2006/relationships/notesSlide" Target="/ppt/notesSlides/notesSlide2.xml" Id="R50890aa3f3354a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f40de30d9d4e76" /><Relationship Type="http://schemas.openxmlformats.org/officeDocument/2006/relationships/notesSlide" Target="/ppt/notesSlides/notesSlide3.xml" Id="Rc8dbf31a128d44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958cbbec754c0d" /><Relationship Type="http://schemas.openxmlformats.org/officeDocument/2006/relationships/notesSlide" Target="/ppt/notesSlides/notesSlide4.xml" Id="Rb7d2cc45dbfb4e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752e7c1cd64f6c" /><Relationship Type="http://schemas.openxmlformats.org/officeDocument/2006/relationships/notesSlide" Target="/ppt/notesSlides/notesSlide5.xml" Id="R5cd7b24b24df419c"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C7DFCA-3115-419F-A70A-4EA95D4516AB}"/>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38"/>
                </a:solidFill>
                <a:latin typeface="Arial"/>
                <a:ea typeface="Arial"/>
                <a:cs typeface="Arial"/>
              </a:defRPr>
            </a:defPPr>
            <a:lvl1pPr>
              <a:defRPr sz="3300" b="1">
                <a:solidFill>
                  <a:srgbClr val="182B38"/>
                </a:solidFill>
                <a:latin typeface="Arial"/>
                <a:ea typeface="Arial"/>
                <a:cs typeface="Arial"/>
              </a:defRPr>
            </a:lvl1pPr>
            <a:lvl2pPr>
              <a:defRPr sz="3300" b="1">
                <a:solidFill>
                  <a:srgbClr val="182B38"/>
                </a:solidFill>
                <a:latin typeface="Arial"/>
                <a:ea typeface="Arial"/>
                <a:cs typeface="Arial"/>
              </a:defRPr>
            </a:lvl2pPr>
            <a:lvl3pPr>
              <a:defRPr sz="3300" b="1">
                <a:solidFill>
                  <a:srgbClr val="182B38"/>
                </a:solidFill>
                <a:latin typeface="Arial"/>
                <a:ea typeface="Arial"/>
                <a:cs typeface="Arial"/>
              </a:defRPr>
            </a:lvl3pPr>
            <a:lvl4pPr>
              <a:defRPr sz="3300" b="1">
                <a:solidFill>
                  <a:srgbClr val="182B38"/>
                </a:solidFill>
                <a:latin typeface="Arial"/>
                <a:ea typeface="Arial"/>
                <a:cs typeface="Arial"/>
              </a:defRPr>
            </a:lvl4pPr>
            <a:lvl5pPr>
              <a:defRPr sz="3300" b="1">
                <a:solidFill>
                  <a:srgbClr val="182B38"/>
                </a:solidFill>
                <a:latin typeface="Arial"/>
                <a:ea typeface="Arial"/>
                <a:cs typeface="Arial"/>
              </a:defRPr>
            </a:lvl5pPr>
            <a:lvl6pPr>
              <a:defRPr sz="3300" b="1">
                <a:solidFill>
                  <a:srgbClr val="182B38"/>
                </a:solidFill>
                <a:latin typeface="Arial"/>
                <a:ea typeface="Arial"/>
                <a:cs typeface="Arial"/>
              </a:defRPr>
            </a:lvl6pPr>
            <a:lvl7pPr>
              <a:defRPr sz="3300" b="1">
                <a:solidFill>
                  <a:srgbClr val="182B38"/>
                </a:solidFill>
                <a:latin typeface="Arial"/>
                <a:ea typeface="Arial"/>
                <a:cs typeface="Arial"/>
              </a:defRPr>
            </a:lvl7pPr>
            <a:lvl8pPr>
              <a:defRPr sz="3300" b="1">
                <a:solidFill>
                  <a:srgbClr val="182B38"/>
                </a:solidFill>
                <a:latin typeface="Arial"/>
                <a:ea typeface="Arial"/>
                <a:cs typeface="Arial"/>
              </a:defRPr>
            </a:lvl8pPr>
            <a:lvl9pPr>
              <a:defRPr sz="3300" b="1">
                <a:solidFill>
                  <a:srgbClr val="182B38"/>
                </a:solidFill>
                <a:latin typeface="Arial"/>
                <a:ea typeface="Arial"/>
                <a:cs typeface="Arial"/>
              </a:defRPr>
            </a:lvl9pPr>
          </a:lstStyle>
          <a:p xmlns:a="http://schemas.openxmlformats.org/drawingml/2006/main">
            <a:pPr>
              <a:defRPr sz="3300" b="1">
                <a:solidFill>
                  <a:srgbClr val="182B38"/>
                </a:solidFill>
                <a:latin typeface="Arial"/>
                <a:ea typeface="Arial"/>
                <a:cs typeface="Arial"/>
              </a:defRPr>
            </a:pPr>
            <a:r>
              <a:rPr sz="3300" b="1">
                <a:solidFill>
                  <a:srgbClr val="182B38"/>
                </a:solidFill>
                <a:latin typeface="Arial"/>
                <a:ea typeface="Arial"/>
                <a:cs typeface="Arial"/>
              </a:rPr>
              <a:t>L2P</a:t>
            </a:r>
          </a:p>
        </p:txBody>
      </p:sp>
      <p:sp>
        <p:nvSpPr>
          <p:cNvPr id="2" name="">
            <a:extLst xmlns:a="http://schemas.openxmlformats.org/drawingml/2006/main">
              <a:ext uri="{FF2B5EF4-FFF2-40B4-BE49-F238E27FC236}">
                <a16:creationId xmlns:a16="http://schemas.microsoft.com/office/drawing/2014/main" id="{3FE64AAB-AED2-457C-A18B-8FFBD2C7B666}"/>
              </a:ext>
            </a:extLst>
          </p:cNvPr>
          <p:cNvSpPr>
            <a:spLocks xmlns:a="http://schemas.openxmlformats.org/drawingml/2006/main" noGrp="1"/>
          </p:cNvSpPr>
          <p:nvPr/>
        </p:nvSpPr>
        <p:spPr>
          <a:xfrm xmlns:a="http://schemas.openxmlformats.org/drawingml/2006/main">
            <a:off x="609600" y="637222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4"/>
                </a:solidFill>
                <a:latin typeface="Arial"/>
                <a:ea typeface="Arial"/>
                <a:cs typeface="Arial"/>
              </a:defRPr>
            </a:defPPr>
            <a:lvl1pPr>
              <a:defRPr sz="1350" b="0">
                <a:solidFill>
                  <a:srgbClr val="536574"/>
                </a:solidFill>
                <a:latin typeface="Arial"/>
                <a:ea typeface="Arial"/>
                <a:cs typeface="Arial"/>
              </a:defRPr>
            </a:lvl1pPr>
            <a:lvl2pPr>
              <a:defRPr sz="1350" b="0">
                <a:solidFill>
                  <a:srgbClr val="536574"/>
                </a:solidFill>
                <a:latin typeface="Arial"/>
                <a:ea typeface="Arial"/>
                <a:cs typeface="Arial"/>
              </a:defRPr>
            </a:lvl2pPr>
            <a:lvl3pPr>
              <a:defRPr sz="1350" b="0">
                <a:solidFill>
                  <a:srgbClr val="536574"/>
                </a:solidFill>
                <a:latin typeface="Arial"/>
                <a:ea typeface="Arial"/>
                <a:cs typeface="Arial"/>
              </a:defRPr>
            </a:lvl3pPr>
            <a:lvl4pPr>
              <a:defRPr sz="1350" b="0">
                <a:solidFill>
                  <a:srgbClr val="536574"/>
                </a:solidFill>
                <a:latin typeface="Arial"/>
                <a:ea typeface="Arial"/>
                <a:cs typeface="Arial"/>
              </a:defRPr>
            </a:lvl4pPr>
            <a:lvl5pPr>
              <a:defRPr sz="1350" b="0">
                <a:solidFill>
                  <a:srgbClr val="536574"/>
                </a:solidFill>
                <a:latin typeface="Arial"/>
                <a:ea typeface="Arial"/>
                <a:cs typeface="Arial"/>
              </a:defRPr>
            </a:lvl5pPr>
            <a:lvl6pPr>
              <a:defRPr sz="1350" b="0">
                <a:solidFill>
                  <a:srgbClr val="536574"/>
                </a:solidFill>
                <a:latin typeface="Arial"/>
                <a:ea typeface="Arial"/>
                <a:cs typeface="Arial"/>
              </a:defRPr>
            </a:lvl6pPr>
            <a:lvl7pPr>
              <a:defRPr sz="1350" b="0">
                <a:solidFill>
                  <a:srgbClr val="536574"/>
                </a:solidFill>
                <a:latin typeface="Arial"/>
                <a:ea typeface="Arial"/>
                <a:cs typeface="Arial"/>
              </a:defRPr>
            </a:lvl7pPr>
            <a:lvl8pPr>
              <a:defRPr sz="1350" b="0">
                <a:solidFill>
                  <a:srgbClr val="536574"/>
                </a:solidFill>
                <a:latin typeface="Arial"/>
                <a:ea typeface="Arial"/>
                <a:cs typeface="Arial"/>
              </a:defRPr>
            </a:lvl8pPr>
            <a:lvl9pPr>
              <a:defRPr sz="1350" b="0">
                <a:solidFill>
                  <a:srgbClr val="536574"/>
                </a:solidFill>
                <a:latin typeface="Arial"/>
                <a:ea typeface="Arial"/>
                <a:cs typeface="Arial"/>
              </a:defRPr>
            </a:lvl9pPr>
          </a:lstStyle>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Synthetic Northstar Supply data. No company data or personal information.</a:t>
            </a:r>
          </a:p>
        </p:txBody>
      </p:sp>
      <p:sp>
        <p:nvSpPr>
          <p:cNvPr id="3" name="">
            <a:extLst xmlns:a="http://schemas.openxmlformats.org/drawingml/2006/main">
              <a:ext uri="{FF2B5EF4-FFF2-40B4-BE49-F238E27FC236}">
                <a16:creationId xmlns:a16="http://schemas.microsoft.com/office/drawing/2014/main" id="{02CC6EB1-39C5-4C0C-A637-F0B49108951D}"/>
              </a:ext>
            </a:extLst>
          </p:cNvPr>
          <p:cNvSpPr>
            <a:spLocks xmlns:a="http://schemas.openxmlformats.org/drawingml/2006/main" noGrp="1"/>
          </p:cNvSpPr>
          <p:nvPr/>
        </p:nvSpPr>
        <p:spPr>
          <a:xfrm xmlns:a="http://schemas.openxmlformats.org/drawingml/2006/main">
            <a:off x="609600" y="1285875"/>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79"/>
                </a:solidFill>
                <a:latin typeface="Arial"/>
                <a:ea typeface="Arial"/>
                <a:cs typeface="Arial"/>
              </a:defRPr>
            </a:defPPr>
            <a:lvl1pPr>
              <a:defRPr sz="4800" b="1">
                <a:solidFill>
                  <a:srgbClr val="007F79"/>
                </a:solidFill>
                <a:latin typeface="Arial"/>
                <a:ea typeface="Arial"/>
                <a:cs typeface="Arial"/>
              </a:defRPr>
            </a:lvl1pPr>
            <a:lvl2pPr>
              <a:defRPr sz="4800" b="1">
                <a:solidFill>
                  <a:srgbClr val="007F79"/>
                </a:solidFill>
                <a:latin typeface="Arial"/>
                <a:ea typeface="Arial"/>
                <a:cs typeface="Arial"/>
              </a:defRPr>
            </a:lvl2pPr>
            <a:lvl3pPr>
              <a:defRPr sz="4800" b="1">
                <a:solidFill>
                  <a:srgbClr val="007F79"/>
                </a:solidFill>
                <a:latin typeface="Arial"/>
                <a:ea typeface="Arial"/>
                <a:cs typeface="Arial"/>
              </a:defRPr>
            </a:lvl3pPr>
            <a:lvl4pPr>
              <a:defRPr sz="4800" b="1">
                <a:solidFill>
                  <a:srgbClr val="007F79"/>
                </a:solidFill>
                <a:latin typeface="Arial"/>
                <a:ea typeface="Arial"/>
                <a:cs typeface="Arial"/>
              </a:defRPr>
            </a:lvl4pPr>
            <a:lvl5pPr>
              <a:defRPr sz="4800" b="1">
                <a:solidFill>
                  <a:srgbClr val="007F79"/>
                </a:solidFill>
                <a:latin typeface="Arial"/>
                <a:ea typeface="Arial"/>
                <a:cs typeface="Arial"/>
              </a:defRPr>
            </a:lvl5pPr>
            <a:lvl6pPr>
              <a:defRPr sz="4800" b="1">
                <a:solidFill>
                  <a:srgbClr val="007F79"/>
                </a:solidFill>
                <a:latin typeface="Arial"/>
                <a:ea typeface="Arial"/>
                <a:cs typeface="Arial"/>
              </a:defRPr>
            </a:lvl6pPr>
            <a:lvl7pPr>
              <a:defRPr sz="4800" b="1">
                <a:solidFill>
                  <a:srgbClr val="007F79"/>
                </a:solidFill>
                <a:latin typeface="Arial"/>
                <a:ea typeface="Arial"/>
                <a:cs typeface="Arial"/>
              </a:defRPr>
            </a:lvl7pPr>
            <a:lvl8pPr>
              <a:defRPr sz="4800" b="1">
                <a:solidFill>
                  <a:srgbClr val="007F79"/>
                </a:solidFill>
                <a:latin typeface="Arial"/>
                <a:ea typeface="Arial"/>
                <a:cs typeface="Arial"/>
              </a:defRPr>
            </a:lvl8pPr>
            <a:lvl9pPr>
              <a:defRPr sz="4800" b="1">
                <a:solidFill>
                  <a:srgbClr val="007F79"/>
                </a:solidFill>
                <a:latin typeface="Arial"/>
                <a:ea typeface="Arial"/>
                <a:cs typeface="Arial"/>
              </a:defRPr>
            </a:lvl9pPr>
          </a:lstStyle>
          <a:p xmlns:a="http://schemas.openxmlformats.org/drawingml/2006/main">
            <a:pPr>
              <a:defRPr sz="4800" b="1">
                <a:solidFill>
                  <a:srgbClr val="007F79"/>
                </a:solidFill>
                <a:latin typeface="Arial"/>
                <a:ea typeface="Arial"/>
                <a:cs typeface="Arial"/>
              </a:defRPr>
            </a:pPr>
            <a:r>
              <a:rPr sz="4800" b="1">
                <a:solidFill>
                  <a:srgbClr val="007F79"/>
                </a:solidFill>
                <a:latin typeface="Arial"/>
                <a:ea typeface="Arial"/>
                <a:cs typeface="Arial"/>
              </a:rPr>
              <a:t>Logic to Product</a:t>
            </a:r>
          </a:p>
        </p:txBody>
      </p:sp>
      <p:sp>
        <p:nvSpPr>
          <p:cNvPr id="4" name="">
            <a:extLst xmlns:a="http://schemas.openxmlformats.org/drawingml/2006/main">
              <a:ext uri="{FF2B5EF4-FFF2-40B4-BE49-F238E27FC236}">
                <a16:creationId xmlns:a16="http://schemas.microsoft.com/office/drawing/2014/main" id="{BF0D0AAD-A08B-46D6-AB23-C554A30B0C90}"/>
              </a:ext>
            </a:extLst>
          </p:cNvPr>
          <p:cNvSpPr>
            <a:spLocks xmlns:a="http://schemas.openxmlformats.org/drawingml/2006/main" noGrp="1"/>
          </p:cNvSpPr>
          <p:nvPr/>
        </p:nvSpPr>
        <p:spPr>
          <a:xfrm xmlns:a="http://schemas.openxmlformats.org/drawingml/2006/main">
            <a:off x="609600" y="231457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B38"/>
                </a:solidFill>
                <a:latin typeface="Arial"/>
                <a:ea typeface="Arial"/>
                <a:cs typeface="Arial"/>
              </a:defRPr>
            </a:defPPr>
            <a:lvl1pPr>
              <a:defRPr sz="3225" b="1">
                <a:solidFill>
                  <a:srgbClr val="182B38"/>
                </a:solidFill>
                <a:latin typeface="Arial"/>
                <a:ea typeface="Arial"/>
                <a:cs typeface="Arial"/>
              </a:defRPr>
            </a:lvl1pPr>
            <a:lvl2pPr>
              <a:defRPr sz="3225" b="1">
                <a:solidFill>
                  <a:srgbClr val="182B38"/>
                </a:solidFill>
                <a:latin typeface="Arial"/>
                <a:ea typeface="Arial"/>
                <a:cs typeface="Arial"/>
              </a:defRPr>
            </a:lvl2pPr>
            <a:lvl3pPr>
              <a:defRPr sz="3225" b="1">
                <a:solidFill>
                  <a:srgbClr val="182B38"/>
                </a:solidFill>
                <a:latin typeface="Arial"/>
                <a:ea typeface="Arial"/>
                <a:cs typeface="Arial"/>
              </a:defRPr>
            </a:lvl3pPr>
            <a:lvl4pPr>
              <a:defRPr sz="3225" b="1">
                <a:solidFill>
                  <a:srgbClr val="182B38"/>
                </a:solidFill>
                <a:latin typeface="Arial"/>
                <a:ea typeface="Arial"/>
                <a:cs typeface="Arial"/>
              </a:defRPr>
            </a:lvl4pPr>
            <a:lvl5pPr>
              <a:defRPr sz="3225" b="1">
                <a:solidFill>
                  <a:srgbClr val="182B38"/>
                </a:solidFill>
                <a:latin typeface="Arial"/>
                <a:ea typeface="Arial"/>
                <a:cs typeface="Arial"/>
              </a:defRPr>
            </a:lvl5pPr>
            <a:lvl6pPr>
              <a:defRPr sz="3225" b="1">
                <a:solidFill>
                  <a:srgbClr val="182B38"/>
                </a:solidFill>
                <a:latin typeface="Arial"/>
                <a:ea typeface="Arial"/>
                <a:cs typeface="Arial"/>
              </a:defRPr>
            </a:lvl6pPr>
            <a:lvl7pPr>
              <a:defRPr sz="3225" b="1">
                <a:solidFill>
                  <a:srgbClr val="182B38"/>
                </a:solidFill>
                <a:latin typeface="Arial"/>
                <a:ea typeface="Arial"/>
                <a:cs typeface="Arial"/>
              </a:defRPr>
            </a:lvl7pPr>
            <a:lvl8pPr>
              <a:defRPr sz="3225" b="1">
                <a:solidFill>
                  <a:srgbClr val="182B38"/>
                </a:solidFill>
                <a:latin typeface="Arial"/>
                <a:ea typeface="Arial"/>
                <a:cs typeface="Arial"/>
              </a:defRPr>
            </a:lvl8pPr>
            <a:lvl9pPr>
              <a:defRPr sz="3225" b="1">
                <a:solidFill>
                  <a:srgbClr val="182B38"/>
                </a:solidFill>
                <a:latin typeface="Arial"/>
                <a:ea typeface="Arial"/>
                <a:cs typeface="Arial"/>
              </a:defRPr>
            </a:lvl9pPr>
          </a:lstStyle>
          <a:p xmlns:a="http://schemas.openxmlformats.org/drawingml/2006/main">
            <a:pPr>
              <a:defRPr sz="3225" b="1">
                <a:solidFill>
                  <a:srgbClr val="182B38"/>
                </a:solidFill>
                <a:latin typeface="Arial"/>
                <a:ea typeface="Arial"/>
                <a:cs typeface="Arial"/>
              </a:defRPr>
            </a:pPr>
            <a:r>
              <a:rPr sz="3225" b="1">
                <a:solidFill>
                  <a:srgbClr val="182B38"/>
                </a:solidFill>
                <a:latin typeface="Arial"/>
                <a:ea typeface="Arial"/>
                <a:cs typeface="Arial"/>
              </a:rPr>
              <a:t>Reuse existing report logic to build</a:t>
            </a:r>
          </a:p>
          <a:p xmlns:a="http://schemas.openxmlformats.org/drawingml/2006/main">
            <a:pPr>
              <a:defRPr sz="3225" b="1">
                <a:solidFill>
                  <a:srgbClr val="182B38"/>
                </a:solidFill>
                <a:latin typeface="Arial"/>
                <a:ea typeface="Arial"/>
                <a:cs typeface="Arial"/>
              </a:defRPr>
            </a:pPr>
            <a:r>
              <a:rPr sz="3225" b="1">
                <a:solidFill>
                  <a:srgbClr val="182B38"/>
                </a:solidFill>
                <a:latin typeface="Arial"/>
                <a:ea typeface="Arial"/>
                <a:cs typeface="Arial"/>
              </a:rPr>
              <a:t>a tested data product</a:t>
            </a:r>
          </a:p>
        </p:txBody>
      </p:sp>
      <p:sp>
        <p:nvSpPr>
          <p:cNvPr id="5" name="">
            <a:extLst xmlns:a="http://schemas.openxmlformats.org/drawingml/2006/main">
              <a:ext uri="{FF2B5EF4-FFF2-40B4-BE49-F238E27FC236}">
                <a16:creationId xmlns:a16="http://schemas.microsoft.com/office/drawing/2014/main" id="{B9C5E755-8851-409E-9EAA-33D1806BF911}"/>
              </a:ext>
            </a:extLst>
          </p:cNvPr>
          <p:cNvSpPr>
            <a:spLocks xmlns:a="http://schemas.openxmlformats.org/drawingml/2006/main" noGrp="1"/>
          </p:cNvSpPr>
          <p:nvPr/>
        </p:nvSpPr>
        <p:spPr>
          <a:xfrm xmlns:a="http://schemas.openxmlformats.org/drawingml/2006/main">
            <a:off x="609600" y="4019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79"/>
                </a:solidFill>
                <a:latin typeface="Arial"/>
                <a:ea typeface="Arial"/>
                <a:cs typeface="Arial"/>
              </a:defRPr>
            </a:defPPr>
            <a:lvl1pPr>
              <a:defRPr sz="2025" b="1">
                <a:solidFill>
                  <a:srgbClr val="007F79"/>
                </a:solidFill>
                <a:latin typeface="Arial"/>
                <a:ea typeface="Arial"/>
                <a:cs typeface="Arial"/>
              </a:defRPr>
            </a:lvl1pPr>
            <a:lvl2pPr>
              <a:defRPr sz="2025" b="1">
                <a:solidFill>
                  <a:srgbClr val="007F79"/>
                </a:solidFill>
                <a:latin typeface="Arial"/>
                <a:ea typeface="Arial"/>
                <a:cs typeface="Arial"/>
              </a:defRPr>
            </a:lvl2pPr>
            <a:lvl3pPr>
              <a:defRPr sz="2025" b="1">
                <a:solidFill>
                  <a:srgbClr val="007F79"/>
                </a:solidFill>
                <a:latin typeface="Arial"/>
                <a:ea typeface="Arial"/>
                <a:cs typeface="Arial"/>
              </a:defRPr>
            </a:lvl3pPr>
            <a:lvl4pPr>
              <a:defRPr sz="2025" b="1">
                <a:solidFill>
                  <a:srgbClr val="007F79"/>
                </a:solidFill>
                <a:latin typeface="Arial"/>
                <a:ea typeface="Arial"/>
                <a:cs typeface="Arial"/>
              </a:defRPr>
            </a:lvl4pPr>
            <a:lvl5pPr>
              <a:defRPr sz="2025" b="1">
                <a:solidFill>
                  <a:srgbClr val="007F79"/>
                </a:solidFill>
                <a:latin typeface="Arial"/>
                <a:ea typeface="Arial"/>
                <a:cs typeface="Arial"/>
              </a:defRPr>
            </a:lvl5pPr>
            <a:lvl6pPr>
              <a:defRPr sz="2025" b="1">
                <a:solidFill>
                  <a:srgbClr val="007F79"/>
                </a:solidFill>
                <a:latin typeface="Arial"/>
                <a:ea typeface="Arial"/>
                <a:cs typeface="Arial"/>
              </a:defRPr>
            </a:lvl6pPr>
            <a:lvl7pPr>
              <a:defRPr sz="2025" b="1">
                <a:solidFill>
                  <a:srgbClr val="007F79"/>
                </a:solidFill>
                <a:latin typeface="Arial"/>
                <a:ea typeface="Arial"/>
                <a:cs typeface="Arial"/>
              </a:defRPr>
            </a:lvl7pPr>
            <a:lvl8pPr>
              <a:defRPr sz="2025" b="1">
                <a:solidFill>
                  <a:srgbClr val="007F79"/>
                </a:solidFill>
                <a:latin typeface="Arial"/>
                <a:ea typeface="Arial"/>
                <a:cs typeface="Arial"/>
              </a:defRPr>
            </a:lvl8pPr>
            <a:lvl9pPr>
              <a:defRPr sz="2025" b="1">
                <a:solidFill>
                  <a:srgbClr val="007F79"/>
                </a:solidFill>
                <a:latin typeface="Arial"/>
                <a:ea typeface="Arial"/>
                <a:cs typeface="Arial"/>
              </a:defRPr>
            </a:lvl9pPr>
          </a:lstStyle>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Architect</a:t>
            </a:r>
          </a:p>
        </p:txBody>
      </p:sp>
      <p:sp>
        <p:nvSpPr>
          <p:cNvPr id="6" name="">
            <a:extLst xmlns:a="http://schemas.openxmlformats.org/drawingml/2006/main">
              <a:ext uri="{FF2B5EF4-FFF2-40B4-BE49-F238E27FC236}">
                <a16:creationId xmlns:a16="http://schemas.microsoft.com/office/drawing/2014/main" id="{A3D68735-CD93-4EA5-A3BF-8127E95531AF}"/>
              </a:ext>
            </a:extLst>
          </p:cNvPr>
          <p:cNvSpPr>
            <a:spLocks xmlns:a="http://schemas.openxmlformats.org/drawingml/2006/main" noGrp="1"/>
          </p:cNvSpPr>
          <p:nvPr/>
        </p:nvSpPr>
        <p:spPr>
          <a:xfrm xmlns:a="http://schemas.openxmlformats.org/drawingml/2006/main">
            <a:off x="609600" y="4476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B38"/>
                </a:solidFill>
                <a:latin typeface="Arial"/>
                <a:ea typeface="Arial"/>
                <a:cs typeface="Arial"/>
              </a:defRPr>
            </a:defPPr>
            <a:lvl1pPr>
              <a:defRPr sz="2025" b="0">
                <a:solidFill>
                  <a:srgbClr val="182B38"/>
                </a:solidFill>
                <a:latin typeface="Arial"/>
                <a:ea typeface="Arial"/>
                <a:cs typeface="Arial"/>
              </a:defRPr>
            </a:lvl1pPr>
            <a:lvl2pPr>
              <a:defRPr sz="2025" b="0">
                <a:solidFill>
                  <a:srgbClr val="182B38"/>
                </a:solidFill>
                <a:latin typeface="Arial"/>
                <a:ea typeface="Arial"/>
                <a:cs typeface="Arial"/>
              </a:defRPr>
            </a:lvl2pPr>
            <a:lvl3pPr>
              <a:defRPr sz="2025" b="0">
                <a:solidFill>
                  <a:srgbClr val="182B38"/>
                </a:solidFill>
                <a:latin typeface="Arial"/>
                <a:ea typeface="Arial"/>
                <a:cs typeface="Arial"/>
              </a:defRPr>
            </a:lvl3pPr>
            <a:lvl4pPr>
              <a:defRPr sz="2025" b="0">
                <a:solidFill>
                  <a:srgbClr val="182B38"/>
                </a:solidFill>
                <a:latin typeface="Arial"/>
                <a:ea typeface="Arial"/>
                <a:cs typeface="Arial"/>
              </a:defRPr>
            </a:lvl4pPr>
            <a:lvl5pPr>
              <a:defRPr sz="2025" b="0">
                <a:solidFill>
                  <a:srgbClr val="182B38"/>
                </a:solidFill>
                <a:latin typeface="Arial"/>
                <a:ea typeface="Arial"/>
                <a:cs typeface="Arial"/>
              </a:defRPr>
            </a:lvl5pPr>
            <a:lvl6pPr>
              <a:defRPr sz="2025" b="0">
                <a:solidFill>
                  <a:srgbClr val="182B38"/>
                </a:solidFill>
                <a:latin typeface="Arial"/>
                <a:ea typeface="Arial"/>
                <a:cs typeface="Arial"/>
              </a:defRPr>
            </a:lvl6pPr>
            <a:lvl7pPr>
              <a:defRPr sz="2025" b="0">
                <a:solidFill>
                  <a:srgbClr val="182B38"/>
                </a:solidFill>
                <a:latin typeface="Arial"/>
                <a:ea typeface="Arial"/>
                <a:cs typeface="Arial"/>
              </a:defRPr>
            </a:lvl7pPr>
            <a:lvl8pPr>
              <a:defRPr sz="2025" b="0">
                <a:solidFill>
                  <a:srgbClr val="182B38"/>
                </a:solidFill>
                <a:latin typeface="Arial"/>
                <a:ea typeface="Arial"/>
                <a:cs typeface="Arial"/>
              </a:defRPr>
            </a:lvl8pPr>
            <a:lvl9pPr>
              <a:defRPr sz="2025" b="0">
                <a:solidFill>
                  <a:srgbClr val="182B38"/>
                </a:solidFill>
                <a:latin typeface="Arial"/>
                <a:ea typeface="Arial"/>
                <a:cs typeface="Arial"/>
              </a:defRPr>
            </a:lvl9pPr>
          </a:lstStyle>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Configures evidence,</a:t>
            </a:r>
          </a:p>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tools and contracts</a:t>
            </a:r>
          </a:p>
        </p:txBody>
      </p:sp>
      <p:sp>
        <p:nvSpPr>
          <p:cNvPr id="7" name="">
            <a:extLst xmlns:a="http://schemas.openxmlformats.org/drawingml/2006/main">
              <a:ext uri="{FF2B5EF4-FFF2-40B4-BE49-F238E27FC236}">
                <a16:creationId xmlns:a16="http://schemas.microsoft.com/office/drawing/2014/main" id="{0AF15DDD-945A-44C9-BF44-96697CC46AC9}"/>
              </a:ext>
            </a:extLst>
          </p:cNvPr>
          <p:cNvSpPr>
            <a:spLocks xmlns:a="http://schemas.openxmlformats.org/drawingml/2006/main" noGrp="1"/>
          </p:cNvSpPr>
          <p:nvPr/>
        </p:nvSpPr>
        <p:spPr>
          <a:xfrm xmlns:a="http://schemas.openxmlformats.org/drawingml/2006/main">
            <a:off x="4381500" y="4019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79"/>
                </a:solidFill>
                <a:latin typeface="Arial"/>
                <a:ea typeface="Arial"/>
                <a:cs typeface="Arial"/>
              </a:defRPr>
            </a:defPPr>
            <a:lvl1pPr>
              <a:defRPr sz="2025" b="1">
                <a:solidFill>
                  <a:srgbClr val="007F79"/>
                </a:solidFill>
                <a:latin typeface="Arial"/>
                <a:ea typeface="Arial"/>
                <a:cs typeface="Arial"/>
              </a:defRPr>
            </a:lvl1pPr>
            <a:lvl2pPr>
              <a:defRPr sz="2025" b="1">
                <a:solidFill>
                  <a:srgbClr val="007F79"/>
                </a:solidFill>
                <a:latin typeface="Arial"/>
                <a:ea typeface="Arial"/>
                <a:cs typeface="Arial"/>
              </a:defRPr>
            </a:lvl2pPr>
            <a:lvl3pPr>
              <a:defRPr sz="2025" b="1">
                <a:solidFill>
                  <a:srgbClr val="007F79"/>
                </a:solidFill>
                <a:latin typeface="Arial"/>
                <a:ea typeface="Arial"/>
                <a:cs typeface="Arial"/>
              </a:defRPr>
            </a:lvl3pPr>
            <a:lvl4pPr>
              <a:defRPr sz="2025" b="1">
                <a:solidFill>
                  <a:srgbClr val="007F79"/>
                </a:solidFill>
                <a:latin typeface="Arial"/>
                <a:ea typeface="Arial"/>
                <a:cs typeface="Arial"/>
              </a:defRPr>
            </a:lvl4pPr>
            <a:lvl5pPr>
              <a:defRPr sz="2025" b="1">
                <a:solidFill>
                  <a:srgbClr val="007F79"/>
                </a:solidFill>
                <a:latin typeface="Arial"/>
                <a:ea typeface="Arial"/>
                <a:cs typeface="Arial"/>
              </a:defRPr>
            </a:lvl5pPr>
            <a:lvl6pPr>
              <a:defRPr sz="2025" b="1">
                <a:solidFill>
                  <a:srgbClr val="007F79"/>
                </a:solidFill>
                <a:latin typeface="Arial"/>
                <a:ea typeface="Arial"/>
                <a:cs typeface="Arial"/>
              </a:defRPr>
            </a:lvl6pPr>
            <a:lvl7pPr>
              <a:defRPr sz="2025" b="1">
                <a:solidFill>
                  <a:srgbClr val="007F79"/>
                </a:solidFill>
                <a:latin typeface="Arial"/>
                <a:ea typeface="Arial"/>
                <a:cs typeface="Arial"/>
              </a:defRPr>
            </a:lvl7pPr>
            <a:lvl8pPr>
              <a:defRPr sz="2025" b="1">
                <a:solidFill>
                  <a:srgbClr val="007F79"/>
                </a:solidFill>
                <a:latin typeface="Arial"/>
                <a:ea typeface="Arial"/>
                <a:cs typeface="Arial"/>
              </a:defRPr>
            </a:lvl8pPr>
            <a:lvl9pPr>
              <a:defRPr sz="2025" b="1">
                <a:solidFill>
                  <a:srgbClr val="007F79"/>
                </a:solidFill>
                <a:latin typeface="Arial"/>
                <a:ea typeface="Arial"/>
                <a:cs typeface="Arial"/>
              </a:defRPr>
            </a:lvl9pPr>
          </a:lstStyle>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Developer</a:t>
            </a:r>
          </a:p>
        </p:txBody>
      </p:sp>
      <p:sp>
        <p:nvSpPr>
          <p:cNvPr id="8" name="">
            <a:extLst xmlns:a="http://schemas.openxmlformats.org/drawingml/2006/main">
              <a:ext uri="{FF2B5EF4-FFF2-40B4-BE49-F238E27FC236}">
                <a16:creationId xmlns:a16="http://schemas.microsoft.com/office/drawing/2014/main" id="{5E0168AC-5F7B-485B-8068-EEEAFD7A44BC}"/>
              </a:ext>
            </a:extLst>
          </p:cNvPr>
          <p:cNvSpPr>
            <a:spLocks xmlns:a="http://schemas.openxmlformats.org/drawingml/2006/main" noGrp="1"/>
          </p:cNvSpPr>
          <p:nvPr/>
        </p:nvSpPr>
        <p:spPr>
          <a:xfrm xmlns:a="http://schemas.openxmlformats.org/drawingml/2006/main">
            <a:off x="4381500" y="4476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B38"/>
                </a:solidFill>
                <a:latin typeface="Arial"/>
                <a:ea typeface="Arial"/>
                <a:cs typeface="Arial"/>
              </a:defRPr>
            </a:defPPr>
            <a:lvl1pPr>
              <a:defRPr sz="2025" b="0">
                <a:solidFill>
                  <a:srgbClr val="182B38"/>
                </a:solidFill>
                <a:latin typeface="Arial"/>
                <a:ea typeface="Arial"/>
                <a:cs typeface="Arial"/>
              </a:defRPr>
            </a:lvl1pPr>
            <a:lvl2pPr>
              <a:defRPr sz="2025" b="0">
                <a:solidFill>
                  <a:srgbClr val="182B38"/>
                </a:solidFill>
                <a:latin typeface="Arial"/>
                <a:ea typeface="Arial"/>
                <a:cs typeface="Arial"/>
              </a:defRPr>
            </a:lvl2pPr>
            <a:lvl3pPr>
              <a:defRPr sz="2025" b="0">
                <a:solidFill>
                  <a:srgbClr val="182B38"/>
                </a:solidFill>
                <a:latin typeface="Arial"/>
                <a:ea typeface="Arial"/>
                <a:cs typeface="Arial"/>
              </a:defRPr>
            </a:lvl3pPr>
            <a:lvl4pPr>
              <a:defRPr sz="2025" b="0">
                <a:solidFill>
                  <a:srgbClr val="182B38"/>
                </a:solidFill>
                <a:latin typeface="Arial"/>
                <a:ea typeface="Arial"/>
                <a:cs typeface="Arial"/>
              </a:defRPr>
            </a:lvl4pPr>
            <a:lvl5pPr>
              <a:defRPr sz="2025" b="0">
                <a:solidFill>
                  <a:srgbClr val="182B38"/>
                </a:solidFill>
                <a:latin typeface="Arial"/>
                <a:ea typeface="Arial"/>
                <a:cs typeface="Arial"/>
              </a:defRPr>
            </a:lvl5pPr>
            <a:lvl6pPr>
              <a:defRPr sz="2025" b="0">
                <a:solidFill>
                  <a:srgbClr val="182B38"/>
                </a:solidFill>
                <a:latin typeface="Arial"/>
                <a:ea typeface="Arial"/>
                <a:cs typeface="Arial"/>
              </a:defRPr>
            </a:lvl6pPr>
            <a:lvl7pPr>
              <a:defRPr sz="2025" b="0">
                <a:solidFill>
                  <a:srgbClr val="182B38"/>
                </a:solidFill>
                <a:latin typeface="Arial"/>
                <a:ea typeface="Arial"/>
                <a:cs typeface="Arial"/>
              </a:defRPr>
            </a:lvl7pPr>
            <a:lvl8pPr>
              <a:defRPr sz="2025" b="0">
                <a:solidFill>
                  <a:srgbClr val="182B38"/>
                </a:solidFill>
                <a:latin typeface="Arial"/>
                <a:ea typeface="Arial"/>
                <a:cs typeface="Arial"/>
              </a:defRPr>
            </a:lvl8pPr>
            <a:lvl9pPr>
              <a:defRPr sz="2025" b="0">
                <a:solidFill>
                  <a:srgbClr val="182B38"/>
                </a:solidFill>
                <a:latin typeface="Arial"/>
                <a:ea typeface="Arial"/>
                <a:cs typeface="Arial"/>
              </a:defRPr>
            </a:lvl9pPr>
          </a:lstStyle>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Traces definitions and</a:t>
            </a:r>
          </a:p>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builds the product</a:t>
            </a:r>
          </a:p>
        </p:txBody>
      </p:sp>
      <p:sp>
        <p:nvSpPr>
          <p:cNvPr id="9" name="">
            <a:extLst xmlns:a="http://schemas.openxmlformats.org/drawingml/2006/main">
              <a:ext uri="{FF2B5EF4-FFF2-40B4-BE49-F238E27FC236}">
                <a16:creationId xmlns:a16="http://schemas.microsoft.com/office/drawing/2014/main" id="{F3E72C67-74E4-4DE7-B11B-85E2CF04B3E1}"/>
              </a:ext>
            </a:extLst>
          </p:cNvPr>
          <p:cNvSpPr>
            <a:spLocks xmlns:a="http://schemas.openxmlformats.org/drawingml/2006/main" noGrp="1"/>
          </p:cNvSpPr>
          <p:nvPr/>
        </p:nvSpPr>
        <p:spPr>
          <a:xfrm xmlns:a="http://schemas.openxmlformats.org/drawingml/2006/main">
            <a:off x="8153400" y="4019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79"/>
                </a:solidFill>
                <a:latin typeface="Arial"/>
                <a:ea typeface="Arial"/>
                <a:cs typeface="Arial"/>
              </a:defRPr>
            </a:defPPr>
            <a:lvl1pPr>
              <a:defRPr sz="2025" b="1">
                <a:solidFill>
                  <a:srgbClr val="007F79"/>
                </a:solidFill>
                <a:latin typeface="Arial"/>
                <a:ea typeface="Arial"/>
                <a:cs typeface="Arial"/>
              </a:defRPr>
            </a:lvl1pPr>
            <a:lvl2pPr>
              <a:defRPr sz="2025" b="1">
                <a:solidFill>
                  <a:srgbClr val="007F79"/>
                </a:solidFill>
                <a:latin typeface="Arial"/>
                <a:ea typeface="Arial"/>
                <a:cs typeface="Arial"/>
              </a:defRPr>
            </a:lvl2pPr>
            <a:lvl3pPr>
              <a:defRPr sz="2025" b="1">
                <a:solidFill>
                  <a:srgbClr val="007F79"/>
                </a:solidFill>
                <a:latin typeface="Arial"/>
                <a:ea typeface="Arial"/>
                <a:cs typeface="Arial"/>
              </a:defRPr>
            </a:lvl3pPr>
            <a:lvl4pPr>
              <a:defRPr sz="2025" b="1">
                <a:solidFill>
                  <a:srgbClr val="007F79"/>
                </a:solidFill>
                <a:latin typeface="Arial"/>
                <a:ea typeface="Arial"/>
                <a:cs typeface="Arial"/>
              </a:defRPr>
            </a:lvl4pPr>
            <a:lvl5pPr>
              <a:defRPr sz="2025" b="1">
                <a:solidFill>
                  <a:srgbClr val="007F79"/>
                </a:solidFill>
                <a:latin typeface="Arial"/>
                <a:ea typeface="Arial"/>
                <a:cs typeface="Arial"/>
              </a:defRPr>
            </a:lvl5pPr>
            <a:lvl6pPr>
              <a:defRPr sz="2025" b="1">
                <a:solidFill>
                  <a:srgbClr val="007F79"/>
                </a:solidFill>
                <a:latin typeface="Arial"/>
                <a:ea typeface="Arial"/>
                <a:cs typeface="Arial"/>
              </a:defRPr>
            </a:lvl6pPr>
            <a:lvl7pPr>
              <a:defRPr sz="2025" b="1">
                <a:solidFill>
                  <a:srgbClr val="007F79"/>
                </a:solidFill>
                <a:latin typeface="Arial"/>
                <a:ea typeface="Arial"/>
                <a:cs typeface="Arial"/>
              </a:defRPr>
            </a:lvl7pPr>
            <a:lvl8pPr>
              <a:defRPr sz="2025" b="1">
                <a:solidFill>
                  <a:srgbClr val="007F79"/>
                </a:solidFill>
                <a:latin typeface="Arial"/>
                <a:ea typeface="Arial"/>
                <a:cs typeface="Arial"/>
              </a:defRPr>
            </a:lvl8pPr>
            <a:lvl9pPr>
              <a:defRPr sz="2025" b="1">
                <a:solidFill>
                  <a:srgbClr val="007F79"/>
                </a:solidFill>
                <a:latin typeface="Arial"/>
                <a:ea typeface="Arial"/>
                <a:cs typeface="Arial"/>
              </a:defRPr>
            </a:lvl9pPr>
          </a:lstStyle>
          <a:p xmlns:a="http://schemas.openxmlformats.org/drawingml/2006/main">
            <a:pPr>
              <a:defRPr sz="2025" b="1">
                <a:solidFill>
                  <a:srgbClr val="007F79"/>
                </a:solidFill>
                <a:latin typeface="Arial"/>
                <a:ea typeface="Arial"/>
                <a:cs typeface="Arial"/>
              </a:defRPr>
            </a:pPr>
            <a:r>
              <a:rPr sz="2025" b="1">
                <a:solidFill>
                  <a:srgbClr val="007F79"/>
                </a:solidFill>
                <a:latin typeface="Arial"/>
                <a:ea typeface="Arial"/>
                <a:cs typeface="Arial"/>
              </a:rPr>
              <a:t>Analyst</a:t>
            </a:r>
          </a:p>
        </p:txBody>
      </p:sp>
      <p:sp>
        <p:nvSpPr>
          <p:cNvPr id="10" name="">
            <a:extLst xmlns:a="http://schemas.openxmlformats.org/drawingml/2006/main">
              <a:ext uri="{FF2B5EF4-FFF2-40B4-BE49-F238E27FC236}">
                <a16:creationId xmlns:a16="http://schemas.microsoft.com/office/drawing/2014/main" id="{A2A8FDE5-6B02-4089-BFAD-8924FB5D4460}"/>
              </a:ext>
            </a:extLst>
          </p:cNvPr>
          <p:cNvSpPr>
            <a:spLocks xmlns:a="http://schemas.openxmlformats.org/drawingml/2006/main" noGrp="1"/>
          </p:cNvSpPr>
          <p:nvPr/>
        </p:nvSpPr>
        <p:spPr>
          <a:xfrm xmlns:a="http://schemas.openxmlformats.org/drawingml/2006/main">
            <a:off x="8153400" y="4476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B38"/>
                </a:solidFill>
                <a:latin typeface="Arial"/>
                <a:ea typeface="Arial"/>
                <a:cs typeface="Arial"/>
              </a:defRPr>
            </a:defPPr>
            <a:lvl1pPr>
              <a:defRPr sz="2025" b="0">
                <a:solidFill>
                  <a:srgbClr val="182B38"/>
                </a:solidFill>
                <a:latin typeface="Arial"/>
                <a:ea typeface="Arial"/>
                <a:cs typeface="Arial"/>
              </a:defRPr>
            </a:lvl1pPr>
            <a:lvl2pPr>
              <a:defRPr sz="2025" b="0">
                <a:solidFill>
                  <a:srgbClr val="182B38"/>
                </a:solidFill>
                <a:latin typeface="Arial"/>
                <a:ea typeface="Arial"/>
                <a:cs typeface="Arial"/>
              </a:defRPr>
            </a:lvl2pPr>
            <a:lvl3pPr>
              <a:defRPr sz="2025" b="0">
                <a:solidFill>
                  <a:srgbClr val="182B38"/>
                </a:solidFill>
                <a:latin typeface="Arial"/>
                <a:ea typeface="Arial"/>
                <a:cs typeface="Arial"/>
              </a:defRPr>
            </a:lvl3pPr>
            <a:lvl4pPr>
              <a:defRPr sz="2025" b="0">
                <a:solidFill>
                  <a:srgbClr val="182B38"/>
                </a:solidFill>
                <a:latin typeface="Arial"/>
                <a:ea typeface="Arial"/>
                <a:cs typeface="Arial"/>
              </a:defRPr>
            </a:lvl4pPr>
            <a:lvl5pPr>
              <a:defRPr sz="2025" b="0">
                <a:solidFill>
                  <a:srgbClr val="182B38"/>
                </a:solidFill>
                <a:latin typeface="Arial"/>
                <a:ea typeface="Arial"/>
                <a:cs typeface="Arial"/>
              </a:defRPr>
            </a:lvl5pPr>
            <a:lvl6pPr>
              <a:defRPr sz="2025" b="0">
                <a:solidFill>
                  <a:srgbClr val="182B38"/>
                </a:solidFill>
                <a:latin typeface="Arial"/>
                <a:ea typeface="Arial"/>
                <a:cs typeface="Arial"/>
              </a:defRPr>
            </a:lvl6pPr>
            <a:lvl7pPr>
              <a:defRPr sz="2025" b="0">
                <a:solidFill>
                  <a:srgbClr val="182B38"/>
                </a:solidFill>
                <a:latin typeface="Arial"/>
                <a:ea typeface="Arial"/>
                <a:cs typeface="Arial"/>
              </a:defRPr>
            </a:lvl7pPr>
            <a:lvl8pPr>
              <a:defRPr sz="2025" b="0">
                <a:solidFill>
                  <a:srgbClr val="182B38"/>
                </a:solidFill>
                <a:latin typeface="Arial"/>
                <a:ea typeface="Arial"/>
                <a:cs typeface="Arial"/>
              </a:defRPr>
            </a:lvl8pPr>
            <a:lvl9pPr>
              <a:defRPr sz="2025" b="0">
                <a:solidFill>
                  <a:srgbClr val="182B38"/>
                </a:solidFill>
                <a:latin typeface="Arial"/>
                <a:ea typeface="Arial"/>
                <a:cs typeface="Arial"/>
              </a:defRPr>
            </a:lvl9pPr>
          </a:lstStyle>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Uses the passing release</a:t>
            </a:r>
          </a:p>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for an account review</a:t>
            </a:r>
          </a:p>
        </p:txBody>
      </p:sp>
      <p:sp>
        <p:nvSpPr>
          <p:cNvPr id="11" name="">
            <a:extLst xmlns:a="http://schemas.openxmlformats.org/drawingml/2006/main">
              <a:ext uri="{FF2B5EF4-FFF2-40B4-BE49-F238E27FC236}">
                <a16:creationId xmlns:a16="http://schemas.microsoft.com/office/drawing/2014/main" id="{35C1E496-B279-4560-8921-C3773E0B0B57}"/>
              </a:ext>
            </a:extLst>
          </p:cNvPr>
          <p:cNvSpPr>
            <a:spLocks xmlns:a="http://schemas.openxmlformats.org/drawingml/2006/main" noGrp="1"/>
          </p:cNvSpPr>
          <p:nvPr/>
        </p:nvSpPr>
        <p:spPr>
          <a:xfrm xmlns:a="http://schemas.openxmlformats.org/drawingml/2006/main">
            <a:off x="609600" y="5524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7F79"/>
                </a:solidFill>
                <a:latin typeface="Arial"/>
                <a:ea typeface="Arial"/>
                <a:cs typeface="Arial"/>
              </a:defRPr>
            </a:defPPr>
            <a:lvl1pPr>
              <a:defRPr sz="1875" b="1">
                <a:solidFill>
                  <a:srgbClr val="007F79"/>
                </a:solidFill>
                <a:latin typeface="Arial"/>
                <a:ea typeface="Arial"/>
                <a:cs typeface="Arial"/>
              </a:defRPr>
            </a:lvl1pPr>
            <a:lvl2pPr>
              <a:defRPr sz="1875" b="1">
                <a:solidFill>
                  <a:srgbClr val="007F79"/>
                </a:solidFill>
                <a:latin typeface="Arial"/>
                <a:ea typeface="Arial"/>
                <a:cs typeface="Arial"/>
              </a:defRPr>
            </a:lvl2pPr>
            <a:lvl3pPr>
              <a:defRPr sz="1875" b="1">
                <a:solidFill>
                  <a:srgbClr val="007F79"/>
                </a:solidFill>
                <a:latin typeface="Arial"/>
                <a:ea typeface="Arial"/>
                <a:cs typeface="Arial"/>
              </a:defRPr>
            </a:lvl3pPr>
            <a:lvl4pPr>
              <a:defRPr sz="1875" b="1">
                <a:solidFill>
                  <a:srgbClr val="007F79"/>
                </a:solidFill>
                <a:latin typeface="Arial"/>
                <a:ea typeface="Arial"/>
                <a:cs typeface="Arial"/>
              </a:defRPr>
            </a:lvl4pPr>
            <a:lvl5pPr>
              <a:defRPr sz="1875" b="1">
                <a:solidFill>
                  <a:srgbClr val="007F79"/>
                </a:solidFill>
                <a:latin typeface="Arial"/>
                <a:ea typeface="Arial"/>
                <a:cs typeface="Arial"/>
              </a:defRPr>
            </a:lvl5pPr>
            <a:lvl6pPr>
              <a:defRPr sz="1875" b="1">
                <a:solidFill>
                  <a:srgbClr val="007F79"/>
                </a:solidFill>
                <a:latin typeface="Arial"/>
                <a:ea typeface="Arial"/>
                <a:cs typeface="Arial"/>
              </a:defRPr>
            </a:lvl6pPr>
            <a:lvl7pPr>
              <a:defRPr sz="1875" b="1">
                <a:solidFill>
                  <a:srgbClr val="007F79"/>
                </a:solidFill>
                <a:latin typeface="Arial"/>
                <a:ea typeface="Arial"/>
                <a:cs typeface="Arial"/>
              </a:defRPr>
            </a:lvl7pPr>
            <a:lvl8pPr>
              <a:defRPr sz="1875" b="1">
                <a:solidFill>
                  <a:srgbClr val="007F79"/>
                </a:solidFill>
                <a:latin typeface="Arial"/>
                <a:ea typeface="Arial"/>
                <a:cs typeface="Arial"/>
              </a:defRPr>
            </a:lvl8pPr>
            <a:lvl9pPr>
              <a:defRPr sz="1875" b="1">
                <a:solidFill>
                  <a:srgbClr val="007F79"/>
                </a:solidFill>
                <a:latin typeface="Arial"/>
                <a:ea typeface="Arial"/>
                <a:cs typeface="Arial"/>
              </a:defRPr>
            </a:lvl9pPr>
          </a:lstStyle>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“Moving data is easier. We are moving knowledge”</a:t>
            </a:r>
          </a:p>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with Snowflake, CoCo and Claude.</a:t>
            </a:r>
          </a:p>
        </p:txBody>
      </p:sp>
    </p:spTree>
    <p:extLst>
      <p:ext uri="{BB962C8B-B14F-4D97-AF65-F5344CB8AC3E}">
        <p14:creationId xmlns:p14="http://schemas.microsoft.com/office/powerpoint/2010/main" val="1969002641"/>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3DF6996-6365-406C-BB09-647DCB4EC7A2}"/>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38"/>
                </a:solidFill>
                <a:latin typeface="Arial"/>
                <a:ea typeface="Arial"/>
                <a:cs typeface="Arial"/>
              </a:defRPr>
            </a:defPPr>
            <a:lvl1pPr>
              <a:defRPr sz="3300" b="1">
                <a:solidFill>
                  <a:srgbClr val="182B38"/>
                </a:solidFill>
                <a:latin typeface="Arial"/>
                <a:ea typeface="Arial"/>
                <a:cs typeface="Arial"/>
              </a:defRPr>
            </a:lvl1pPr>
            <a:lvl2pPr>
              <a:defRPr sz="3300" b="1">
                <a:solidFill>
                  <a:srgbClr val="182B38"/>
                </a:solidFill>
                <a:latin typeface="Arial"/>
                <a:ea typeface="Arial"/>
                <a:cs typeface="Arial"/>
              </a:defRPr>
            </a:lvl2pPr>
            <a:lvl3pPr>
              <a:defRPr sz="3300" b="1">
                <a:solidFill>
                  <a:srgbClr val="182B38"/>
                </a:solidFill>
                <a:latin typeface="Arial"/>
                <a:ea typeface="Arial"/>
                <a:cs typeface="Arial"/>
              </a:defRPr>
            </a:lvl3pPr>
            <a:lvl4pPr>
              <a:defRPr sz="3300" b="1">
                <a:solidFill>
                  <a:srgbClr val="182B38"/>
                </a:solidFill>
                <a:latin typeface="Arial"/>
                <a:ea typeface="Arial"/>
                <a:cs typeface="Arial"/>
              </a:defRPr>
            </a:lvl4pPr>
            <a:lvl5pPr>
              <a:defRPr sz="3300" b="1">
                <a:solidFill>
                  <a:srgbClr val="182B38"/>
                </a:solidFill>
                <a:latin typeface="Arial"/>
                <a:ea typeface="Arial"/>
                <a:cs typeface="Arial"/>
              </a:defRPr>
            </a:lvl5pPr>
            <a:lvl6pPr>
              <a:defRPr sz="3300" b="1">
                <a:solidFill>
                  <a:srgbClr val="182B38"/>
                </a:solidFill>
                <a:latin typeface="Arial"/>
                <a:ea typeface="Arial"/>
                <a:cs typeface="Arial"/>
              </a:defRPr>
            </a:lvl6pPr>
            <a:lvl7pPr>
              <a:defRPr sz="3300" b="1">
                <a:solidFill>
                  <a:srgbClr val="182B38"/>
                </a:solidFill>
                <a:latin typeface="Arial"/>
                <a:ea typeface="Arial"/>
                <a:cs typeface="Arial"/>
              </a:defRPr>
            </a:lvl7pPr>
            <a:lvl8pPr>
              <a:defRPr sz="3300" b="1">
                <a:solidFill>
                  <a:srgbClr val="182B38"/>
                </a:solidFill>
                <a:latin typeface="Arial"/>
                <a:ea typeface="Arial"/>
                <a:cs typeface="Arial"/>
              </a:defRPr>
            </a:lvl8pPr>
            <a:lvl9pPr>
              <a:defRPr sz="3300" b="1">
                <a:solidFill>
                  <a:srgbClr val="182B38"/>
                </a:solidFill>
                <a:latin typeface="Arial"/>
                <a:ea typeface="Arial"/>
                <a:cs typeface="Arial"/>
              </a:defRPr>
            </a:lvl9pPr>
          </a:lstStyle>
          <a:p xmlns:a="http://schemas.openxmlformats.org/drawingml/2006/main">
            <a:pPr>
              <a:defRPr sz="3300" b="1">
                <a:solidFill>
                  <a:srgbClr val="182B38"/>
                </a:solidFill>
                <a:latin typeface="Arial"/>
                <a:ea typeface="Arial"/>
                <a:cs typeface="Arial"/>
              </a:defRPr>
            </a:pPr>
            <a:r>
              <a:rPr sz="3300" b="1">
                <a:solidFill>
                  <a:srgbClr val="182B38"/>
                </a:solidFill>
                <a:latin typeface="Arial"/>
                <a:ea typeface="Arial"/>
                <a:cs typeface="Arial"/>
              </a:rPr>
              <a:t>Existing logic, tested product</a:t>
            </a:r>
          </a:p>
        </p:txBody>
      </p:sp>
      <p:sp>
        <p:nvSpPr>
          <p:cNvPr id="2" name="">
            <a:extLst xmlns:a="http://schemas.openxmlformats.org/drawingml/2006/main">
              <a:ext uri="{FF2B5EF4-FFF2-40B4-BE49-F238E27FC236}">
                <a16:creationId xmlns:a16="http://schemas.microsoft.com/office/drawing/2014/main" id="{15A7CE1D-E310-4C7B-A0D2-AA9E5FC4F467}"/>
              </a:ext>
            </a:extLst>
          </p:cNvPr>
          <p:cNvSpPr>
            <a:spLocks xmlns:a="http://schemas.openxmlformats.org/drawingml/2006/main" noGrp="1"/>
          </p:cNvSpPr>
          <p:nvPr/>
        </p:nvSpPr>
        <p:spPr>
          <a:xfrm xmlns:a="http://schemas.openxmlformats.org/drawingml/2006/main">
            <a:off x="609600" y="637222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4"/>
                </a:solidFill>
                <a:latin typeface="Arial"/>
                <a:ea typeface="Arial"/>
                <a:cs typeface="Arial"/>
              </a:defRPr>
            </a:defPPr>
            <a:lvl1pPr>
              <a:defRPr sz="1350" b="0">
                <a:solidFill>
                  <a:srgbClr val="536574"/>
                </a:solidFill>
                <a:latin typeface="Arial"/>
                <a:ea typeface="Arial"/>
                <a:cs typeface="Arial"/>
              </a:defRPr>
            </a:lvl1pPr>
            <a:lvl2pPr>
              <a:defRPr sz="1350" b="0">
                <a:solidFill>
                  <a:srgbClr val="536574"/>
                </a:solidFill>
                <a:latin typeface="Arial"/>
                <a:ea typeface="Arial"/>
                <a:cs typeface="Arial"/>
              </a:defRPr>
            </a:lvl2pPr>
            <a:lvl3pPr>
              <a:defRPr sz="1350" b="0">
                <a:solidFill>
                  <a:srgbClr val="536574"/>
                </a:solidFill>
                <a:latin typeface="Arial"/>
                <a:ea typeface="Arial"/>
                <a:cs typeface="Arial"/>
              </a:defRPr>
            </a:lvl3pPr>
            <a:lvl4pPr>
              <a:defRPr sz="1350" b="0">
                <a:solidFill>
                  <a:srgbClr val="536574"/>
                </a:solidFill>
                <a:latin typeface="Arial"/>
                <a:ea typeface="Arial"/>
                <a:cs typeface="Arial"/>
              </a:defRPr>
            </a:lvl4pPr>
            <a:lvl5pPr>
              <a:defRPr sz="1350" b="0">
                <a:solidFill>
                  <a:srgbClr val="536574"/>
                </a:solidFill>
                <a:latin typeface="Arial"/>
                <a:ea typeface="Arial"/>
                <a:cs typeface="Arial"/>
              </a:defRPr>
            </a:lvl5pPr>
            <a:lvl6pPr>
              <a:defRPr sz="1350" b="0">
                <a:solidFill>
                  <a:srgbClr val="536574"/>
                </a:solidFill>
                <a:latin typeface="Arial"/>
                <a:ea typeface="Arial"/>
                <a:cs typeface="Arial"/>
              </a:defRPr>
            </a:lvl6pPr>
            <a:lvl7pPr>
              <a:defRPr sz="1350" b="0">
                <a:solidFill>
                  <a:srgbClr val="536574"/>
                </a:solidFill>
                <a:latin typeface="Arial"/>
                <a:ea typeface="Arial"/>
                <a:cs typeface="Arial"/>
              </a:defRPr>
            </a:lvl7pPr>
            <a:lvl8pPr>
              <a:defRPr sz="1350" b="0">
                <a:solidFill>
                  <a:srgbClr val="536574"/>
                </a:solidFill>
                <a:latin typeface="Arial"/>
                <a:ea typeface="Arial"/>
                <a:cs typeface="Arial"/>
              </a:defRPr>
            </a:lvl8pPr>
            <a:lvl9pPr>
              <a:defRPr sz="1350" b="0">
                <a:solidFill>
                  <a:srgbClr val="536574"/>
                </a:solidFill>
                <a:latin typeface="Arial"/>
                <a:ea typeface="Arial"/>
                <a:cs typeface="Arial"/>
              </a:defRPr>
            </a:lvl9pPr>
          </a:lstStyle>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Synthetic Northstar Supply data. No company data or personal information.</a:t>
            </a:r>
          </a:p>
        </p:txBody>
      </p:sp>
      <p:sp>
        <p:nvSpPr>
          <p:cNvPr id="3" name="">
            <a:extLst xmlns:a="http://schemas.openxmlformats.org/drawingml/2006/main">
              <a:ext uri="{FF2B5EF4-FFF2-40B4-BE49-F238E27FC236}">
                <a16:creationId xmlns:a16="http://schemas.microsoft.com/office/drawing/2014/main" id="{82D74BB6-0EAF-48B0-AEC7-3DCEEEC47B46}"/>
              </a:ext>
            </a:extLst>
          </p:cNvPr>
          <p:cNvSpPr>
            <a:spLocks xmlns:a="http://schemas.openxmlformats.org/drawingml/2006/main" noGrp="1"/>
          </p:cNvSpPr>
          <p:nvPr/>
        </p:nvSpPr>
        <p:spPr>
          <a:xfrm xmlns:a="http://schemas.openxmlformats.org/drawingml/2006/main">
            <a:off x="609600" y="13811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9"/>
                </a:solidFill>
                <a:latin typeface="Arial"/>
                <a:ea typeface="Arial"/>
                <a:cs typeface="Arial"/>
              </a:defRPr>
            </a:defPPr>
            <a:lvl1pPr>
              <a:defRPr sz="2175" b="1">
                <a:solidFill>
                  <a:srgbClr val="007F79"/>
                </a:solidFill>
                <a:latin typeface="Arial"/>
                <a:ea typeface="Arial"/>
                <a:cs typeface="Arial"/>
              </a:defRPr>
            </a:lvl1pPr>
            <a:lvl2pPr>
              <a:defRPr sz="2175" b="1">
                <a:solidFill>
                  <a:srgbClr val="007F79"/>
                </a:solidFill>
                <a:latin typeface="Arial"/>
                <a:ea typeface="Arial"/>
                <a:cs typeface="Arial"/>
              </a:defRPr>
            </a:lvl2pPr>
            <a:lvl3pPr>
              <a:defRPr sz="2175" b="1">
                <a:solidFill>
                  <a:srgbClr val="007F79"/>
                </a:solidFill>
                <a:latin typeface="Arial"/>
                <a:ea typeface="Arial"/>
                <a:cs typeface="Arial"/>
              </a:defRPr>
            </a:lvl3pPr>
            <a:lvl4pPr>
              <a:defRPr sz="2175" b="1">
                <a:solidFill>
                  <a:srgbClr val="007F79"/>
                </a:solidFill>
                <a:latin typeface="Arial"/>
                <a:ea typeface="Arial"/>
                <a:cs typeface="Arial"/>
              </a:defRPr>
            </a:lvl4pPr>
            <a:lvl5pPr>
              <a:defRPr sz="2175" b="1">
                <a:solidFill>
                  <a:srgbClr val="007F79"/>
                </a:solidFill>
                <a:latin typeface="Arial"/>
                <a:ea typeface="Arial"/>
                <a:cs typeface="Arial"/>
              </a:defRPr>
            </a:lvl5pPr>
            <a:lvl6pPr>
              <a:defRPr sz="2175" b="1">
                <a:solidFill>
                  <a:srgbClr val="007F79"/>
                </a:solidFill>
                <a:latin typeface="Arial"/>
                <a:ea typeface="Arial"/>
                <a:cs typeface="Arial"/>
              </a:defRPr>
            </a:lvl6pPr>
            <a:lvl7pPr>
              <a:defRPr sz="2175" b="1">
                <a:solidFill>
                  <a:srgbClr val="007F79"/>
                </a:solidFill>
                <a:latin typeface="Arial"/>
                <a:ea typeface="Arial"/>
                <a:cs typeface="Arial"/>
              </a:defRPr>
            </a:lvl7pPr>
            <a:lvl8pPr>
              <a:defRPr sz="2175" b="1">
                <a:solidFill>
                  <a:srgbClr val="007F79"/>
                </a:solidFill>
                <a:latin typeface="Arial"/>
                <a:ea typeface="Arial"/>
                <a:cs typeface="Arial"/>
              </a:defRPr>
            </a:lvl8pPr>
            <a:lvl9pPr>
              <a:defRPr sz="2175" b="1">
                <a:solidFill>
                  <a:srgbClr val="007F79"/>
                </a:solidFill>
                <a:latin typeface="Arial"/>
                <a:ea typeface="Arial"/>
                <a:cs typeface="Arial"/>
              </a:defRPr>
            </a:lvl9pPr>
          </a:lstStyle>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Qlik report</a:t>
            </a:r>
          </a:p>
        </p:txBody>
      </p:sp>
      <p:sp>
        <p:nvSpPr>
          <p:cNvPr id="4" name="">
            <a:extLst xmlns:a="http://schemas.openxmlformats.org/drawingml/2006/main">
              <a:ext uri="{FF2B5EF4-FFF2-40B4-BE49-F238E27FC236}">
                <a16:creationId xmlns:a16="http://schemas.microsoft.com/office/drawing/2014/main" id="{D1840485-D9EC-4EE0-ADD8-D60D88283CD4}"/>
              </a:ext>
            </a:extLst>
          </p:cNvPr>
          <p:cNvSpPr>
            <a:spLocks xmlns:a="http://schemas.openxmlformats.org/drawingml/2006/main" noGrp="1"/>
          </p:cNvSpPr>
          <p:nvPr/>
        </p:nvSpPr>
        <p:spPr>
          <a:xfrm xmlns:a="http://schemas.openxmlformats.org/drawingml/2006/main">
            <a:off x="609600" y="184785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B38"/>
                </a:solidFill>
                <a:latin typeface="Arial"/>
                <a:ea typeface="Arial"/>
                <a:cs typeface="Arial"/>
              </a:defRPr>
            </a:defPPr>
            <a:lvl1pPr>
              <a:defRPr sz="2175" b="0">
                <a:solidFill>
                  <a:srgbClr val="182B38"/>
                </a:solidFill>
                <a:latin typeface="Arial"/>
                <a:ea typeface="Arial"/>
                <a:cs typeface="Arial"/>
              </a:defRPr>
            </a:lvl1pPr>
            <a:lvl2pPr>
              <a:defRPr sz="2175" b="0">
                <a:solidFill>
                  <a:srgbClr val="182B38"/>
                </a:solidFill>
                <a:latin typeface="Arial"/>
                <a:ea typeface="Arial"/>
                <a:cs typeface="Arial"/>
              </a:defRPr>
            </a:lvl2pPr>
            <a:lvl3pPr>
              <a:defRPr sz="2175" b="0">
                <a:solidFill>
                  <a:srgbClr val="182B38"/>
                </a:solidFill>
                <a:latin typeface="Arial"/>
                <a:ea typeface="Arial"/>
                <a:cs typeface="Arial"/>
              </a:defRPr>
            </a:lvl3pPr>
            <a:lvl4pPr>
              <a:defRPr sz="2175" b="0">
                <a:solidFill>
                  <a:srgbClr val="182B38"/>
                </a:solidFill>
                <a:latin typeface="Arial"/>
                <a:ea typeface="Arial"/>
                <a:cs typeface="Arial"/>
              </a:defRPr>
            </a:lvl4pPr>
            <a:lvl5pPr>
              <a:defRPr sz="2175" b="0">
                <a:solidFill>
                  <a:srgbClr val="182B38"/>
                </a:solidFill>
                <a:latin typeface="Arial"/>
                <a:ea typeface="Arial"/>
                <a:cs typeface="Arial"/>
              </a:defRPr>
            </a:lvl5pPr>
            <a:lvl6pPr>
              <a:defRPr sz="2175" b="0">
                <a:solidFill>
                  <a:srgbClr val="182B38"/>
                </a:solidFill>
                <a:latin typeface="Arial"/>
                <a:ea typeface="Arial"/>
                <a:cs typeface="Arial"/>
              </a:defRPr>
            </a:lvl6pPr>
            <a:lvl7pPr>
              <a:defRPr sz="2175" b="0">
                <a:solidFill>
                  <a:srgbClr val="182B38"/>
                </a:solidFill>
                <a:latin typeface="Arial"/>
                <a:ea typeface="Arial"/>
                <a:cs typeface="Arial"/>
              </a:defRPr>
            </a:lvl7pPr>
            <a:lvl8pPr>
              <a:defRPr sz="2175" b="0">
                <a:solidFill>
                  <a:srgbClr val="182B38"/>
                </a:solidFill>
                <a:latin typeface="Arial"/>
                <a:ea typeface="Arial"/>
                <a:cs typeface="Arial"/>
              </a:defRPr>
            </a:lvl8pPr>
            <a:lvl9pPr>
              <a:defRPr sz="2175" b="0">
                <a:solidFill>
                  <a:srgbClr val="182B38"/>
                </a:solidFill>
                <a:latin typeface="Arial"/>
                <a:ea typeface="Arial"/>
                <a:cs typeface="Arial"/>
              </a:defRPr>
            </a:lvl9pPr>
          </a:lstStyle>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Order date and ordered value</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Load aliases and chart aggregation</a:t>
            </a:r>
          </a:p>
        </p:txBody>
      </p:sp>
      <p:sp>
        <p:nvSpPr>
          <p:cNvPr id="5" name="">
            <a:extLst xmlns:a="http://schemas.openxmlformats.org/drawingml/2006/main">
              <a:ext uri="{FF2B5EF4-FFF2-40B4-BE49-F238E27FC236}">
                <a16:creationId xmlns:a16="http://schemas.microsoft.com/office/drawing/2014/main" id="{D9B94ED0-87C5-489F-A2EC-30DF267512E2}"/>
              </a:ext>
            </a:extLst>
          </p:cNvPr>
          <p:cNvSpPr>
            <a:spLocks xmlns:a="http://schemas.openxmlformats.org/drawingml/2006/main" noGrp="1"/>
          </p:cNvSpPr>
          <p:nvPr/>
        </p:nvSpPr>
        <p:spPr>
          <a:xfrm xmlns:a="http://schemas.openxmlformats.org/drawingml/2006/main">
            <a:off x="6477000" y="13811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9"/>
                </a:solidFill>
                <a:latin typeface="Arial"/>
                <a:ea typeface="Arial"/>
                <a:cs typeface="Arial"/>
              </a:defRPr>
            </a:defPPr>
            <a:lvl1pPr>
              <a:defRPr sz="2175" b="1">
                <a:solidFill>
                  <a:srgbClr val="007F79"/>
                </a:solidFill>
                <a:latin typeface="Arial"/>
                <a:ea typeface="Arial"/>
                <a:cs typeface="Arial"/>
              </a:defRPr>
            </a:lvl1pPr>
            <a:lvl2pPr>
              <a:defRPr sz="2175" b="1">
                <a:solidFill>
                  <a:srgbClr val="007F79"/>
                </a:solidFill>
                <a:latin typeface="Arial"/>
                <a:ea typeface="Arial"/>
                <a:cs typeface="Arial"/>
              </a:defRPr>
            </a:lvl2pPr>
            <a:lvl3pPr>
              <a:defRPr sz="2175" b="1">
                <a:solidFill>
                  <a:srgbClr val="007F79"/>
                </a:solidFill>
                <a:latin typeface="Arial"/>
                <a:ea typeface="Arial"/>
                <a:cs typeface="Arial"/>
              </a:defRPr>
            </a:lvl3pPr>
            <a:lvl4pPr>
              <a:defRPr sz="2175" b="1">
                <a:solidFill>
                  <a:srgbClr val="007F79"/>
                </a:solidFill>
                <a:latin typeface="Arial"/>
                <a:ea typeface="Arial"/>
                <a:cs typeface="Arial"/>
              </a:defRPr>
            </a:lvl4pPr>
            <a:lvl5pPr>
              <a:defRPr sz="2175" b="1">
                <a:solidFill>
                  <a:srgbClr val="007F79"/>
                </a:solidFill>
                <a:latin typeface="Arial"/>
                <a:ea typeface="Arial"/>
                <a:cs typeface="Arial"/>
              </a:defRPr>
            </a:lvl5pPr>
            <a:lvl6pPr>
              <a:defRPr sz="2175" b="1">
                <a:solidFill>
                  <a:srgbClr val="007F79"/>
                </a:solidFill>
                <a:latin typeface="Arial"/>
                <a:ea typeface="Arial"/>
                <a:cs typeface="Arial"/>
              </a:defRPr>
            </a:lvl6pPr>
            <a:lvl7pPr>
              <a:defRPr sz="2175" b="1">
                <a:solidFill>
                  <a:srgbClr val="007F79"/>
                </a:solidFill>
                <a:latin typeface="Arial"/>
                <a:ea typeface="Arial"/>
                <a:cs typeface="Arial"/>
              </a:defRPr>
            </a:lvl7pPr>
            <a:lvl8pPr>
              <a:defRPr sz="2175" b="1">
                <a:solidFill>
                  <a:srgbClr val="007F79"/>
                </a:solidFill>
                <a:latin typeface="Arial"/>
                <a:ea typeface="Arial"/>
                <a:cs typeface="Arial"/>
              </a:defRPr>
            </a:lvl8pPr>
            <a:lvl9pPr>
              <a:defRPr sz="2175" b="1">
                <a:solidFill>
                  <a:srgbClr val="007F79"/>
                </a:solidFill>
                <a:latin typeface="Arial"/>
                <a:ea typeface="Arial"/>
                <a:cs typeface="Arial"/>
              </a:defRPr>
            </a:lvl9pPr>
          </a:lstStyle>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HANA-style invoice model</a:t>
            </a:r>
          </a:p>
        </p:txBody>
      </p:sp>
      <p:sp>
        <p:nvSpPr>
          <p:cNvPr id="6" name="">
            <a:extLst xmlns:a="http://schemas.openxmlformats.org/drawingml/2006/main">
              <a:ext uri="{FF2B5EF4-FFF2-40B4-BE49-F238E27FC236}">
                <a16:creationId xmlns:a16="http://schemas.microsoft.com/office/drawing/2014/main" id="{AA9D51A9-C914-439C-838B-157AA5DEE35D}"/>
              </a:ext>
            </a:extLst>
          </p:cNvPr>
          <p:cNvSpPr>
            <a:spLocks xmlns:a="http://schemas.openxmlformats.org/drawingml/2006/main" noGrp="1"/>
          </p:cNvSpPr>
          <p:nvPr/>
        </p:nvSpPr>
        <p:spPr>
          <a:xfrm xmlns:a="http://schemas.openxmlformats.org/drawingml/2006/main">
            <a:off x="6477000" y="184785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B38"/>
                </a:solidFill>
                <a:latin typeface="Arial"/>
                <a:ea typeface="Arial"/>
                <a:cs typeface="Arial"/>
              </a:defRPr>
            </a:defPPr>
            <a:lvl1pPr>
              <a:defRPr sz="2175" b="0">
                <a:solidFill>
                  <a:srgbClr val="182B38"/>
                </a:solidFill>
                <a:latin typeface="Arial"/>
                <a:ea typeface="Arial"/>
                <a:cs typeface="Arial"/>
              </a:defRPr>
            </a:lvl1pPr>
            <a:lvl2pPr>
              <a:defRPr sz="2175" b="0">
                <a:solidFill>
                  <a:srgbClr val="182B38"/>
                </a:solidFill>
                <a:latin typeface="Arial"/>
                <a:ea typeface="Arial"/>
                <a:cs typeface="Arial"/>
              </a:defRPr>
            </a:lvl2pPr>
            <a:lvl3pPr>
              <a:defRPr sz="2175" b="0">
                <a:solidFill>
                  <a:srgbClr val="182B38"/>
                </a:solidFill>
                <a:latin typeface="Arial"/>
                <a:ea typeface="Arial"/>
                <a:cs typeface="Arial"/>
              </a:defRPr>
            </a:lvl3pPr>
            <a:lvl4pPr>
              <a:defRPr sz="2175" b="0">
                <a:solidFill>
                  <a:srgbClr val="182B38"/>
                </a:solidFill>
                <a:latin typeface="Arial"/>
                <a:ea typeface="Arial"/>
                <a:cs typeface="Arial"/>
              </a:defRPr>
            </a:lvl4pPr>
            <a:lvl5pPr>
              <a:defRPr sz="2175" b="0">
                <a:solidFill>
                  <a:srgbClr val="182B38"/>
                </a:solidFill>
                <a:latin typeface="Arial"/>
                <a:ea typeface="Arial"/>
                <a:cs typeface="Arial"/>
              </a:defRPr>
            </a:lvl5pPr>
            <a:lvl6pPr>
              <a:defRPr sz="2175" b="0">
                <a:solidFill>
                  <a:srgbClr val="182B38"/>
                </a:solidFill>
                <a:latin typeface="Arial"/>
                <a:ea typeface="Arial"/>
                <a:cs typeface="Arial"/>
              </a:defRPr>
            </a:lvl6pPr>
            <a:lvl7pPr>
              <a:defRPr sz="2175" b="0">
                <a:solidFill>
                  <a:srgbClr val="182B38"/>
                </a:solidFill>
                <a:latin typeface="Arial"/>
                <a:ea typeface="Arial"/>
                <a:cs typeface="Arial"/>
              </a:defRPr>
            </a:lvl7pPr>
            <a:lvl8pPr>
              <a:defRPr sz="2175" b="0">
                <a:solidFill>
                  <a:srgbClr val="182B38"/>
                </a:solidFill>
                <a:latin typeface="Arial"/>
                <a:ea typeface="Arial"/>
                <a:cs typeface="Arial"/>
              </a:defRPr>
            </a:lvl8pPr>
            <a:lvl9pPr>
              <a:defRPr sz="2175" b="0">
                <a:solidFill>
                  <a:srgbClr val="182B38"/>
                </a:solidFill>
                <a:latin typeface="Arial"/>
                <a:ea typeface="Arial"/>
                <a:cs typeface="Arial"/>
              </a:defRPr>
            </a:lvl9pPr>
          </a:lstStyle>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Invoice date and invoiced sales</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ExtendedPrice minus TaxAmount</a:t>
            </a:r>
          </a:p>
        </p:txBody>
      </p:sp>
      <p:sp>
        <p:nvSpPr>
          <p:cNvPr id="7" name="">
            <a:extLst xmlns:a="http://schemas.openxmlformats.org/drawingml/2006/main">
              <a:ext uri="{FF2B5EF4-FFF2-40B4-BE49-F238E27FC236}">
                <a16:creationId xmlns:a16="http://schemas.microsoft.com/office/drawing/2014/main" id="{A0940A69-7530-4CAF-B6ED-36BC8481A256}"/>
              </a:ext>
            </a:extLst>
          </p:cNvPr>
          <p:cNvSpPr>
            <a:spLocks xmlns:a="http://schemas.openxmlformats.org/drawingml/2006/main" noGrp="1"/>
          </p:cNvSpPr>
          <p:nvPr/>
        </p:nvSpPr>
        <p:spPr>
          <a:xfrm xmlns:a="http://schemas.openxmlformats.org/drawingml/2006/main">
            <a:off x="609600" y="31908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33430"/>
                </a:solidFill>
                <a:latin typeface="Arial"/>
                <a:ea typeface="Arial"/>
                <a:cs typeface="Arial"/>
              </a:defRPr>
            </a:defPPr>
            <a:lvl1pPr>
              <a:defRPr sz="2175" b="1">
                <a:solidFill>
                  <a:srgbClr val="A33430"/>
                </a:solidFill>
                <a:latin typeface="Arial"/>
                <a:ea typeface="Arial"/>
                <a:cs typeface="Arial"/>
              </a:defRPr>
            </a:lvl1pPr>
            <a:lvl2pPr>
              <a:defRPr sz="2175" b="1">
                <a:solidFill>
                  <a:srgbClr val="A33430"/>
                </a:solidFill>
                <a:latin typeface="Arial"/>
                <a:ea typeface="Arial"/>
                <a:cs typeface="Arial"/>
              </a:defRPr>
            </a:lvl2pPr>
            <a:lvl3pPr>
              <a:defRPr sz="2175" b="1">
                <a:solidFill>
                  <a:srgbClr val="A33430"/>
                </a:solidFill>
                <a:latin typeface="Arial"/>
                <a:ea typeface="Arial"/>
                <a:cs typeface="Arial"/>
              </a:defRPr>
            </a:lvl3pPr>
            <a:lvl4pPr>
              <a:defRPr sz="2175" b="1">
                <a:solidFill>
                  <a:srgbClr val="A33430"/>
                </a:solidFill>
                <a:latin typeface="Arial"/>
                <a:ea typeface="Arial"/>
                <a:cs typeface="Arial"/>
              </a:defRPr>
            </a:lvl4pPr>
            <a:lvl5pPr>
              <a:defRPr sz="2175" b="1">
                <a:solidFill>
                  <a:srgbClr val="A33430"/>
                </a:solidFill>
                <a:latin typeface="Arial"/>
                <a:ea typeface="Arial"/>
                <a:cs typeface="Arial"/>
              </a:defRPr>
            </a:lvl5pPr>
            <a:lvl6pPr>
              <a:defRPr sz="2175" b="1">
                <a:solidFill>
                  <a:srgbClr val="A33430"/>
                </a:solidFill>
                <a:latin typeface="Arial"/>
                <a:ea typeface="Arial"/>
                <a:cs typeface="Arial"/>
              </a:defRPr>
            </a:lvl6pPr>
            <a:lvl7pPr>
              <a:defRPr sz="2175" b="1">
                <a:solidFill>
                  <a:srgbClr val="A33430"/>
                </a:solidFill>
                <a:latin typeface="Arial"/>
                <a:ea typeface="Arial"/>
                <a:cs typeface="Arial"/>
              </a:defRPr>
            </a:lvl7pPr>
            <a:lvl8pPr>
              <a:defRPr sz="2175" b="1">
                <a:solidFill>
                  <a:srgbClr val="A33430"/>
                </a:solidFill>
                <a:latin typeface="Arial"/>
                <a:ea typeface="Arial"/>
                <a:cs typeface="Arial"/>
              </a:defRPr>
            </a:lvl8pPr>
            <a:lvl9pPr>
              <a:defRPr sz="2175" b="1">
                <a:solidFill>
                  <a:srgbClr val="A33430"/>
                </a:solidFill>
                <a:latin typeface="Arial"/>
                <a:ea typeface="Arial"/>
                <a:cs typeface="Arial"/>
              </a:defRPr>
            </a:lvl9pPr>
          </a:lstStyle>
          <a:p xmlns:a="http://schemas.openxmlformats.org/drawingml/2006/main">
            <a:pPr>
              <a:defRPr sz="2175" b="1">
                <a:solidFill>
                  <a:srgbClr val="A33430"/>
                </a:solidFill>
                <a:latin typeface="Arial"/>
                <a:ea typeface="Arial"/>
                <a:cs typeface="Arial"/>
              </a:defRPr>
            </a:pPr>
            <a:r>
              <a:rPr sz="2175" b="1">
                <a:solidFill>
                  <a:srgbClr val="A33430"/>
                </a:solidFill>
                <a:latin typeface="Arial"/>
                <a:ea typeface="Arial"/>
                <a:cs typeface="Arial"/>
              </a:rPr>
              <a:t>Invalid stock-group join</a:t>
            </a:r>
          </a:p>
        </p:txBody>
      </p:sp>
      <p:sp>
        <p:nvSpPr>
          <p:cNvPr id="8" name="">
            <a:extLst xmlns:a="http://schemas.openxmlformats.org/drawingml/2006/main">
              <a:ext uri="{FF2B5EF4-FFF2-40B4-BE49-F238E27FC236}">
                <a16:creationId xmlns:a16="http://schemas.microsoft.com/office/drawing/2014/main" id="{B7F4EDA4-BC09-452F-AB53-1B77A455560A}"/>
              </a:ext>
            </a:extLst>
          </p:cNvPr>
          <p:cNvSpPr>
            <a:spLocks xmlns:a="http://schemas.openxmlformats.org/drawingml/2006/main" noGrp="1"/>
          </p:cNvSpPr>
          <p:nvPr/>
        </p:nvSpPr>
        <p:spPr>
          <a:xfrm xmlns:a="http://schemas.openxmlformats.org/drawingml/2006/main">
            <a:off x="609600" y="36385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A33430"/>
                </a:solidFill>
                <a:latin typeface="Arial"/>
                <a:ea typeface="Arial"/>
                <a:cs typeface="Arial"/>
              </a:defRPr>
            </a:defPPr>
            <a:lvl1pPr>
              <a:defRPr sz="4425" b="1">
                <a:solidFill>
                  <a:srgbClr val="A33430"/>
                </a:solidFill>
                <a:latin typeface="Arial"/>
                <a:ea typeface="Arial"/>
                <a:cs typeface="Arial"/>
              </a:defRPr>
            </a:lvl1pPr>
            <a:lvl2pPr>
              <a:defRPr sz="4425" b="1">
                <a:solidFill>
                  <a:srgbClr val="A33430"/>
                </a:solidFill>
                <a:latin typeface="Arial"/>
                <a:ea typeface="Arial"/>
                <a:cs typeface="Arial"/>
              </a:defRPr>
            </a:lvl2pPr>
            <a:lvl3pPr>
              <a:defRPr sz="4425" b="1">
                <a:solidFill>
                  <a:srgbClr val="A33430"/>
                </a:solidFill>
                <a:latin typeface="Arial"/>
                <a:ea typeface="Arial"/>
                <a:cs typeface="Arial"/>
              </a:defRPr>
            </a:lvl3pPr>
            <a:lvl4pPr>
              <a:defRPr sz="4425" b="1">
                <a:solidFill>
                  <a:srgbClr val="A33430"/>
                </a:solidFill>
                <a:latin typeface="Arial"/>
                <a:ea typeface="Arial"/>
                <a:cs typeface="Arial"/>
              </a:defRPr>
            </a:lvl4pPr>
            <a:lvl5pPr>
              <a:defRPr sz="4425" b="1">
                <a:solidFill>
                  <a:srgbClr val="A33430"/>
                </a:solidFill>
                <a:latin typeface="Arial"/>
                <a:ea typeface="Arial"/>
                <a:cs typeface="Arial"/>
              </a:defRPr>
            </a:lvl5pPr>
            <a:lvl6pPr>
              <a:defRPr sz="4425" b="1">
                <a:solidFill>
                  <a:srgbClr val="A33430"/>
                </a:solidFill>
                <a:latin typeface="Arial"/>
                <a:ea typeface="Arial"/>
                <a:cs typeface="Arial"/>
              </a:defRPr>
            </a:lvl6pPr>
            <a:lvl7pPr>
              <a:defRPr sz="4425" b="1">
                <a:solidFill>
                  <a:srgbClr val="A33430"/>
                </a:solidFill>
                <a:latin typeface="Arial"/>
                <a:ea typeface="Arial"/>
                <a:cs typeface="Arial"/>
              </a:defRPr>
            </a:lvl7pPr>
            <a:lvl8pPr>
              <a:defRPr sz="4425" b="1">
                <a:solidFill>
                  <a:srgbClr val="A33430"/>
                </a:solidFill>
                <a:latin typeface="Arial"/>
                <a:ea typeface="Arial"/>
                <a:cs typeface="Arial"/>
              </a:defRPr>
            </a:lvl8pPr>
            <a:lvl9pPr>
              <a:defRPr sz="4425" b="1">
                <a:solidFill>
                  <a:srgbClr val="A33430"/>
                </a:solidFill>
                <a:latin typeface="Arial"/>
                <a:ea typeface="Arial"/>
                <a:cs typeface="Arial"/>
              </a:defRPr>
            </a:lvl9pPr>
          </a:lstStyle>
          <a:p xmlns:a="http://schemas.openxmlformats.org/drawingml/2006/main">
            <a:pPr>
              <a:defRPr sz="4425" b="1">
                <a:solidFill>
                  <a:srgbClr val="A33430"/>
                </a:solidFill>
                <a:latin typeface="Arial"/>
                <a:ea typeface="Arial"/>
                <a:cs typeface="Arial"/>
              </a:defRPr>
            </a:pPr>
            <a:r>
              <a:rPr sz="4425" b="1">
                <a:solidFill>
                  <a:srgbClr val="A33430"/>
                </a:solidFill>
                <a:latin typeface="Arial"/>
                <a:ea typeface="Arial"/>
                <a:cs typeface="Arial"/>
              </a:rPr>
              <a:t>64,027.32</a:t>
            </a:r>
          </a:p>
        </p:txBody>
      </p:sp>
      <p:sp>
        <p:nvSpPr>
          <p:cNvPr id="9" name="">
            <a:extLst xmlns:a="http://schemas.openxmlformats.org/drawingml/2006/main">
              <a:ext uri="{FF2B5EF4-FFF2-40B4-BE49-F238E27FC236}">
                <a16:creationId xmlns:a16="http://schemas.microsoft.com/office/drawing/2014/main" id="{46CE92E2-A8DE-49ED-B8AC-0464C65C0A25}"/>
              </a:ext>
            </a:extLst>
          </p:cNvPr>
          <p:cNvSpPr>
            <a:spLocks xmlns:a="http://schemas.openxmlformats.org/drawingml/2006/main" noGrp="1"/>
          </p:cNvSpPr>
          <p:nvPr/>
        </p:nvSpPr>
        <p:spPr>
          <a:xfrm xmlns:a="http://schemas.openxmlformats.org/drawingml/2006/main">
            <a:off x="609600" y="44767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B38"/>
                </a:solidFill>
                <a:latin typeface="Arial"/>
                <a:ea typeface="Arial"/>
                <a:cs typeface="Arial"/>
              </a:defRPr>
            </a:defPPr>
            <a:lvl1pPr>
              <a:defRPr sz="2025" b="0">
                <a:solidFill>
                  <a:srgbClr val="182B38"/>
                </a:solidFill>
                <a:latin typeface="Arial"/>
                <a:ea typeface="Arial"/>
                <a:cs typeface="Arial"/>
              </a:defRPr>
            </a:lvl1pPr>
            <a:lvl2pPr>
              <a:defRPr sz="2025" b="0">
                <a:solidFill>
                  <a:srgbClr val="182B38"/>
                </a:solidFill>
                <a:latin typeface="Arial"/>
                <a:ea typeface="Arial"/>
                <a:cs typeface="Arial"/>
              </a:defRPr>
            </a:lvl2pPr>
            <a:lvl3pPr>
              <a:defRPr sz="2025" b="0">
                <a:solidFill>
                  <a:srgbClr val="182B38"/>
                </a:solidFill>
                <a:latin typeface="Arial"/>
                <a:ea typeface="Arial"/>
                <a:cs typeface="Arial"/>
              </a:defRPr>
            </a:lvl3pPr>
            <a:lvl4pPr>
              <a:defRPr sz="2025" b="0">
                <a:solidFill>
                  <a:srgbClr val="182B38"/>
                </a:solidFill>
                <a:latin typeface="Arial"/>
                <a:ea typeface="Arial"/>
                <a:cs typeface="Arial"/>
              </a:defRPr>
            </a:lvl4pPr>
            <a:lvl5pPr>
              <a:defRPr sz="2025" b="0">
                <a:solidFill>
                  <a:srgbClr val="182B38"/>
                </a:solidFill>
                <a:latin typeface="Arial"/>
                <a:ea typeface="Arial"/>
                <a:cs typeface="Arial"/>
              </a:defRPr>
            </a:lvl5pPr>
            <a:lvl6pPr>
              <a:defRPr sz="2025" b="0">
                <a:solidFill>
                  <a:srgbClr val="182B38"/>
                </a:solidFill>
                <a:latin typeface="Arial"/>
                <a:ea typeface="Arial"/>
                <a:cs typeface="Arial"/>
              </a:defRPr>
            </a:lvl6pPr>
            <a:lvl7pPr>
              <a:defRPr sz="2025" b="0">
                <a:solidFill>
                  <a:srgbClr val="182B38"/>
                </a:solidFill>
                <a:latin typeface="Arial"/>
                <a:ea typeface="Arial"/>
                <a:cs typeface="Arial"/>
              </a:defRPr>
            </a:lvl7pPr>
            <a:lvl8pPr>
              <a:defRPr sz="2025" b="0">
                <a:solidFill>
                  <a:srgbClr val="182B38"/>
                </a:solidFill>
                <a:latin typeface="Arial"/>
                <a:ea typeface="Arial"/>
                <a:cs typeface="Arial"/>
              </a:defRPr>
            </a:lvl8pPr>
            <a:lvl9pPr>
              <a:defRPr sz="2025" b="0">
                <a:solidFill>
                  <a:srgbClr val="182B38"/>
                </a:solidFill>
                <a:latin typeface="Arial"/>
                <a:ea typeface="Arial"/>
                <a:cs typeface="Arial"/>
              </a:defRPr>
            </a:lvl9pPr>
          </a:lstStyle>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Duplicated sales. Release blocked.</a:t>
            </a:r>
          </a:p>
        </p:txBody>
      </p:sp>
      <p:sp>
        <p:nvSpPr>
          <p:cNvPr id="10" name="">
            <a:extLst xmlns:a="http://schemas.openxmlformats.org/drawingml/2006/main">
              <a:ext uri="{FF2B5EF4-FFF2-40B4-BE49-F238E27FC236}">
                <a16:creationId xmlns:a16="http://schemas.microsoft.com/office/drawing/2014/main" id="{C372D806-60A3-4E82-B070-8286362F6780}"/>
              </a:ext>
            </a:extLst>
          </p:cNvPr>
          <p:cNvSpPr>
            <a:spLocks xmlns:a="http://schemas.openxmlformats.org/drawingml/2006/main" noGrp="1"/>
          </p:cNvSpPr>
          <p:nvPr/>
        </p:nvSpPr>
        <p:spPr>
          <a:xfrm xmlns:a="http://schemas.openxmlformats.org/drawingml/2006/main">
            <a:off x="6477000" y="31908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9"/>
                </a:solidFill>
                <a:latin typeface="Arial"/>
                <a:ea typeface="Arial"/>
                <a:cs typeface="Arial"/>
              </a:defRPr>
            </a:defPPr>
            <a:lvl1pPr>
              <a:defRPr sz="2175" b="1">
                <a:solidFill>
                  <a:srgbClr val="007F79"/>
                </a:solidFill>
                <a:latin typeface="Arial"/>
                <a:ea typeface="Arial"/>
                <a:cs typeface="Arial"/>
              </a:defRPr>
            </a:lvl1pPr>
            <a:lvl2pPr>
              <a:defRPr sz="2175" b="1">
                <a:solidFill>
                  <a:srgbClr val="007F79"/>
                </a:solidFill>
                <a:latin typeface="Arial"/>
                <a:ea typeface="Arial"/>
                <a:cs typeface="Arial"/>
              </a:defRPr>
            </a:lvl2pPr>
            <a:lvl3pPr>
              <a:defRPr sz="2175" b="1">
                <a:solidFill>
                  <a:srgbClr val="007F79"/>
                </a:solidFill>
                <a:latin typeface="Arial"/>
                <a:ea typeface="Arial"/>
                <a:cs typeface="Arial"/>
              </a:defRPr>
            </a:lvl3pPr>
            <a:lvl4pPr>
              <a:defRPr sz="2175" b="1">
                <a:solidFill>
                  <a:srgbClr val="007F79"/>
                </a:solidFill>
                <a:latin typeface="Arial"/>
                <a:ea typeface="Arial"/>
                <a:cs typeface="Arial"/>
              </a:defRPr>
            </a:lvl4pPr>
            <a:lvl5pPr>
              <a:defRPr sz="2175" b="1">
                <a:solidFill>
                  <a:srgbClr val="007F79"/>
                </a:solidFill>
                <a:latin typeface="Arial"/>
                <a:ea typeface="Arial"/>
                <a:cs typeface="Arial"/>
              </a:defRPr>
            </a:lvl5pPr>
            <a:lvl6pPr>
              <a:defRPr sz="2175" b="1">
                <a:solidFill>
                  <a:srgbClr val="007F79"/>
                </a:solidFill>
                <a:latin typeface="Arial"/>
                <a:ea typeface="Arial"/>
                <a:cs typeface="Arial"/>
              </a:defRPr>
            </a:lvl6pPr>
            <a:lvl7pPr>
              <a:defRPr sz="2175" b="1">
                <a:solidFill>
                  <a:srgbClr val="007F79"/>
                </a:solidFill>
                <a:latin typeface="Arial"/>
                <a:ea typeface="Arial"/>
                <a:cs typeface="Arial"/>
              </a:defRPr>
            </a:lvl7pPr>
            <a:lvl8pPr>
              <a:defRPr sz="2175" b="1">
                <a:solidFill>
                  <a:srgbClr val="007F79"/>
                </a:solidFill>
                <a:latin typeface="Arial"/>
                <a:ea typeface="Arial"/>
                <a:cs typeface="Arial"/>
              </a:defRPr>
            </a:lvl8pPr>
            <a:lvl9pPr>
              <a:defRPr sz="2175" b="1">
                <a:solidFill>
                  <a:srgbClr val="007F79"/>
                </a:solidFill>
                <a:latin typeface="Arial"/>
                <a:ea typeface="Arial"/>
                <a:cs typeface="Arial"/>
              </a:defRPr>
            </a:lvl9pPr>
          </a:lstStyle>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Corrected daily product</a:t>
            </a:r>
          </a:p>
        </p:txBody>
      </p:sp>
      <p:sp>
        <p:nvSpPr>
          <p:cNvPr id="11" name="">
            <a:extLst xmlns:a="http://schemas.openxmlformats.org/drawingml/2006/main">
              <a:ext uri="{FF2B5EF4-FFF2-40B4-BE49-F238E27FC236}">
                <a16:creationId xmlns:a16="http://schemas.microsoft.com/office/drawing/2014/main" id="{7091BD95-448B-48A1-9131-C04DCF79BC4F}"/>
              </a:ext>
            </a:extLst>
          </p:cNvPr>
          <p:cNvSpPr>
            <a:spLocks xmlns:a="http://schemas.openxmlformats.org/drawingml/2006/main" noGrp="1"/>
          </p:cNvSpPr>
          <p:nvPr/>
        </p:nvSpPr>
        <p:spPr>
          <a:xfrm xmlns:a="http://schemas.openxmlformats.org/drawingml/2006/main">
            <a:off x="6477000" y="36385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7F79"/>
                </a:solidFill>
                <a:latin typeface="Arial"/>
                <a:ea typeface="Arial"/>
                <a:cs typeface="Arial"/>
              </a:defRPr>
            </a:defPPr>
            <a:lvl1pPr>
              <a:defRPr sz="4425" b="1">
                <a:solidFill>
                  <a:srgbClr val="007F79"/>
                </a:solidFill>
                <a:latin typeface="Arial"/>
                <a:ea typeface="Arial"/>
                <a:cs typeface="Arial"/>
              </a:defRPr>
            </a:lvl1pPr>
            <a:lvl2pPr>
              <a:defRPr sz="4425" b="1">
                <a:solidFill>
                  <a:srgbClr val="007F79"/>
                </a:solidFill>
                <a:latin typeface="Arial"/>
                <a:ea typeface="Arial"/>
                <a:cs typeface="Arial"/>
              </a:defRPr>
            </a:lvl2pPr>
            <a:lvl3pPr>
              <a:defRPr sz="4425" b="1">
                <a:solidFill>
                  <a:srgbClr val="007F79"/>
                </a:solidFill>
                <a:latin typeface="Arial"/>
                <a:ea typeface="Arial"/>
                <a:cs typeface="Arial"/>
              </a:defRPr>
            </a:lvl3pPr>
            <a:lvl4pPr>
              <a:defRPr sz="4425" b="1">
                <a:solidFill>
                  <a:srgbClr val="007F79"/>
                </a:solidFill>
                <a:latin typeface="Arial"/>
                <a:ea typeface="Arial"/>
                <a:cs typeface="Arial"/>
              </a:defRPr>
            </a:lvl4pPr>
            <a:lvl5pPr>
              <a:defRPr sz="4425" b="1">
                <a:solidFill>
                  <a:srgbClr val="007F79"/>
                </a:solidFill>
                <a:latin typeface="Arial"/>
                <a:ea typeface="Arial"/>
                <a:cs typeface="Arial"/>
              </a:defRPr>
            </a:lvl5pPr>
            <a:lvl6pPr>
              <a:defRPr sz="4425" b="1">
                <a:solidFill>
                  <a:srgbClr val="007F79"/>
                </a:solidFill>
                <a:latin typeface="Arial"/>
                <a:ea typeface="Arial"/>
                <a:cs typeface="Arial"/>
              </a:defRPr>
            </a:lvl6pPr>
            <a:lvl7pPr>
              <a:defRPr sz="4425" b="1">
                <a:solidFill>
                  <a:srgbClr val="007F79"/>
                </a:solidFill>
                <a:latin typeface="Arial"/>
                <a:ea typeface="Arial"/>
                <a:cs typeface="Arial"/>
              </a:defRPr>
            </a:lvl7pPr>
            <a:lvl8pPr>
              <a:defRPr sz="4425" b="1">
                <a:solidFill>
                  <a:srgbClr val="007F79"/>
                </a:solidFill>
                <a:latin typeface="Arial"/>
                <a:ea typeface="Arial"/>
                <a:cs typeface="Arial"/>
              </a:defRPr>
            </a:lvl8pPr>
            <a:lvl9pPr>
              <a:defRPr sz="4425" b="1">
                <a:solidFill>
                  <a:srgbClr val="007F79"/>
                </a:solidFill>
                <a:latin typeface="Arial"/>
                <a:ea typeface="Arial"/>
                <a:cs typeface="Arial"/>
              </a:defRPr>
            </a:lvl9pPr>
          </a:lstStyle>
          <a:p xmlns:a="http://schemas.openxmlformats.org/drawingml/2006/main">
            <a:pPr>
              <a:defRPr sz="4425" b="1">
                <a:solidFill>
                  <a:srgbClr val="007F79"/>
                </a:solidFill>
                <a:latin typeface="Arial"/>
                <a:ea typeface="Arial"/>
                <a:cs typeface="Arial"/>
              </a:defRPr>
            </a:pPr>
            <a:r>
              <a:rPr sz="4425" b="1">
                <a:solidFill>
                  <a:srgbClr val="007F79"/>
                </a:solidFill>
                <a:latin typeface="Arial"/>
                <a:ea typeface="Arial"/>
                <a:cs typeface="Arial"/>
              </a:rPr>
              <a:t>53,589.47</a:t>
            </a:r>
          </a:p>
        </p:txBody>
      </p:sp>
      <p:sp>
        <p:nvSpPr>
          <p:cNvPr id="12" name="">
            <a:extLst xmlns:a="http://schemas.openxmlformats.org/drawingml/2006/main">
              <a:ext uri="{FF2B5EF4-FFF2-40B4-BE49-F238E27FC236}">
                <a16:creationId xmlns:a16="http://schemas.microsoft.com/office/drawing/2014/main" id="{FD498828-97D2-44F4-AC4D-8AF3F932BF92}"/>
              </a:ext>
            </a:extLst>
          </p:cNvPr>
          <p:cNvSpPr>
            <a:spLocks xmlns:a="http://schemas.openxmlformats.org/drawingml/2006/main" noGrp="1"/>
          </p:cNvSpPr>
          <p:nvPr/>
        </p:nvSpPr>
        <p:spPr>
          <a:xfrm xmlns:a="http://schemas.openxmlformats.org/drawingml/2006/main">
            <a:off x="6477000" y="4476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2B38"/>
                </a:solidFill>
                <a:latin typeface="Arial"/>
                <a:ea typeface="Arial"/>
                <a:cs typeface="Arial"/>
              </a:defRPr>
            </a:defPPr>
            <a:lvl1pPr>
              <a:defRPr sz="2025" b="0">
                <a:solidFill>
                  <a:srgbClr val="182B38"/>
                </a:solidFill>
                <a:latin typeface="Arial"/>
                <a:ea typeface="Arial"/>
                <a:cs typeface="Arial"/>
              </a:defRPr>
            </a:lvl1pPr>
            <a:lvl2pPr>
              <a:defRPr sz="2025" b="0">
                <a:solidFill>
                  <a:srgbClr val="182B38"/>
                </a:solidFill>
                <a:latin typeface="Arial"/>
                <a:ea typeface="Arial"/>
                <a:cs typeface="Arial"/>
              </a:defRPr>
            </a:lvl2pPr>
            <a:lvl3pPr>
              <a:defRPr sz="2025" b="0">
                <a:solidFill>
                  <a:srgbClr val="182B38"/>
                </a:solidFill>
                <a:latin typeface="Arial"/>
                <a:ea typeface="Arial"/>
                <a:cs typeface="Arial"/>
              </a:defRPr>
            </a:lvl3pPr>
            <a:lvl4pPr>
              <a:defRPr sz="2025" b="0">
                <a:solidFill>
                  <a:srgbClr val="182B38"/>
                </a:solidFill>
                <a:latin typeface="Arial"/>
                <a:ea typeface="Arial"/>
                <a:cs typeface="Arial"/>
              </a:defRPr>
            </a:lvl4pPr>
            <a:lvl5pPr>
              <a:defRPr sz="2025" b="0">
                <a:solidFill>
                  <a:srgbClr val="182B38"/>
                </a:solidFill>
                <a:latin typeface="Arial"/>
                <a:ea typeface="Arial"/>
                <a:cs typeface="Arial"/>
              </a:defRPr>
            </a:lvl5pPr>
            <a:lvl6pPr>
              <a:defRPr sz="2025" b="0">
                <a:solidFill>
                  <a:srgbClr val="182B38"/>
                </a:solidFill>
                <a:latin typeface="Arial"/>
                <a:ea typeface="Arial"/>
                <a:cs typeface="Arial"/>
              </a:defRPr>
            </a:lvl6pPr>
            <a:lvl7pPr>
              <a:defRPr sz="2025" b="0">
                <a:solidFill>
                  <a:srgbClr val="182B38"/>
                </a:solidFill>
                <a:latin typeface="Arial"/>
                <a:ea typeface="Arial"/>
                <a:cs typeface="Arial"/>
              </a:defRPr>
            </a:lvl7pPr>
            <a:lvl8pPr>
              <a:defRPr sz="2025" b="0">
                <a:solidFill>
                  <a:srgbClr val="182B38"/>
                </a:solidFill>
                <a:latin typeface="Arial"/>
                <a:ea typeface="Arial"/>
                <a:cs typeface="Arial"/>
              </a:defRPr>
            </a:lvl8pPr>
            <a:lvl9pPr>
              <a:defRPr sz="2025" b="0">
                <a:solidFill>
                  <a:srgbClr val="182B38"/>
                </a:solidFill>
                <a:latin typeface="Arial"/>
                <a:ea typeface="Arial"/>
                <a:cs typeface="Arial"/>
              </a:defRPr>
            </a:lvl9pPr>
          </a:lstStyle>
          <a:p xmlns:a="http://schemas.openxmlformats.org/drawingml/2006/main">
            <a:pPr>
              <a:defRPr sz="2025" b="0">
                <a:solidFill>
                  <a:srgbClr val="182B38"/>
                </a:solidFill>
                <a:latin typeface="Arial"/>
                <a:ea typeface="Arial"/>
                <a:cs typeface="Arial"/>
              </a:defRPr>
            </a:pPr>
            <a:r>
              <a:rPr sz="2025" b="0">
                <a:solidFill>
                  <a:srgbClr val="182B38"/>
                </a:solidFill>
                <a:latin typeface="Arial"/>
                <a:ea typeface="Arial"/>
                <a:cs typeface="Arial"/>
              </a:rPr>
              <a:t>241 rows. Contract passes.</a:t>
            </a:r>
          </a:p>
        </p:txBody>
      </p:sp>
      <p:sp>
        <p:nvSpPr>
          <p:cNvPr id="13" name="">
            <a:extLst xmlns:a="http://schemas.openxmlformats.org/drawingml/2006/main">
              <a:ext uri="{FF2B5EF4-FFF2-40B4-BE49-F238E27FC236}">
                <a16:creationId xmlns:a16="http://schemas.microsoft.com/office/drawing/2014/main" id="{6C6C6C2D-DC03-4894-B941-6C01432F8A50}"/>
              </a:ext>
            </a:extLst>
          </p:cNvPr>
          <p:cNvSpPr>
            <a:spLocks xmlns:a="http://schemas.openxmlformats.org/drawingml/2006/main" noGrp="1"/>
          </p:cNvSpPr>
          <p:nvPr/>
        </p:nvSpPr>
        <p:spPr>
          <a:xfrm xmlns:a="http://schemas.openxmlformats.org/drawingml/2006/main">
            <a:off x="609600" y="5381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2B38"/>
                </a:solidFill>
                <a:latin typeface="Arial"/>
                <a:ea typeface="Arial"/>
                <a:cs typeface="Arial"/>
              </a:defRPr>
            </a:defPPr>
            <a:lvl1pPr>
              <a:defRPr sz="2175" b="1">
                <a:solidFill>
                  <a:srgbClr val="182B38"/>
                </a:solidFill>
                <a:latin typeface="Arial"/>
                <a:ea typeface="Arial"/>
                <a:cs typeface="Arial"/>
              </a:defRPr>
            </a:lvl1pPr>
            <a:lvl2pPr>
              <a:defRPr sz="2175" b="1">
                <a:solidFill>
                  <a:srgbClr val="182B38"/>
                </a:solidFill>
                <a:latin typeface="Arial"/>
                <a:ea typeface="Arial"/>
                <a:cs typeface="Arial"/>
              </a:defRPr>
            </a:lvl2pPr>
            <a:lvl3pPr>
              <a:defRPr sz="2175" b="1">
                <a:solidFill>
                  <a:srgbClr val="182B38"/>
                </a:solidFill>
                <a:latin typeface="Arial"/>
                <a:ea typeface="Arial"/>
                <a:cs typeface="Arial"/>
              </a:defRPr>
            </a:lvl3pPr>
            <a:lvl4pPr>
              <a:defRPr sz="2175" b="1">
                <a:solidFill>
                  <a:srgbClr val="182B38"/>
                </a:solidFill>
                <a:latin typeface="Arial"/>
                <a:ea typeface="Arial"/>
                <a:cs typeface="Arial"/>
              </a:defRPr>
            </a:lvl4pPr>
            <a:lvl5pPr>
              <a:defRPr sz="2175" b="1">
                <a:solidFill>
                  <a:srgbClr val="182B38"/>
                </a:solidFill>
                <a:latin typeface="Arial"/>
                <a:ea typeface="Arial"/>
                <a:cs typeface="Arial"/>
              </a:defRPr>
            </a:lvl5pPr>
            <a:lvl6pPr>
              <a:defRPr sz="2175" b="1">
                <a:solidFill>
                  <a:srgbClr val="182B38"/>
                </a:solidFill>
                <a:latin typeface="Arial"/>
                <a:ea typeface="Arial"/>
                <a:cs typeface="Arial"/>
              </a:defRPr>
            </a:lvl6pPr>
            <a:lvl7pPr>
              <a:defRPr sz="2175" b="1">
                <a:solidFill>
                  <a:srgbClr val="182B38"/>
                </a:solidFill>
                <a:latin typeface="Arial"/>
                <a:ea typeface="Arial"/>
                <a:cs typeface="Arial"/>
              </a:defRPr>
            </a:lvl7pPr>
            <a:lvl8pPr>
              <a:defRPr sz="2175" b="1">
                <a:solidFill>
                  <a:srgbClr val="182B38"/>
                </a:solidFill>
                <a:latin typeface="Arial"/>
                <a:ea typeface="Arial"/>
                <a:cs typeface="Arial"/>
              </a:defRPr>
            </a:lvl8pPr>
            <a:lvl9pPr>
              <a:defRPr sz="2175" b="1">
                <a:solidFill>
                  <a:srgbClr val="182B38"/>
                </a:solidFill>
                <a:latin typeface="Arial"/>
                <a:ea typeface="Arial"/>
                <a:cs typeface="Arial"/>
              </a:defRPr>
            </a:lvl9pPr>
          </a:lstStyle>
          <a:p xmlns:a="http://schemas.openxmlformats.org/drawingml/2006/main">
            <a:pPr>
              <a:defRPr sz="2175" b="1">
                <a:solidFill>
                  <a:srgbClr val="182B38"/>
                </a:solidFill>
                <a:latin typeface="Arial"/>
                <a:ea typeface="Arial"/>
                <a:cs typeface="Arial"/>
              </a:defRPr>
            </a:pPr>
            <a:r>
              <a:rPr sz="2175" b="1">
                <a:solidFill>
                  <a:srgbClr val="182B38"/>
                </a:solidFill>
                <a:latin typeface="Arial"/>
                <a:ea typeface="Arial"/>
                <a:cs typeface="Arial"/>
              </a:rPr>
              <a:t>Consumer queries the released version and proposes an account-review shortlist.</a:t>
            </a:r>
          </a:p>
        </p:txBody>
      </p:sp>
    </p:spTree>
    <p:extLst>
      <p:ext uri="{BB962C8B-B14F-4D97-AF65-F5344CB8AC3E}">
        <p14:creationId xmlns:p14="http://schemas.microsoft.com/office/powerpoint/2010/main" val="123513102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C358C264-50FB-455C-8002-A33936DDBEE4}"/>
              </a:ext>
            </a:extLst>
          </p:cNvPr>
          <p:cNvCxnSpPr>
            <a:stCxn xmlns:a="http://schemas.openxmlformats.org/drawingml/2006/main" id="9" idx="1"/>
            <a:endCxn xmlns:a="http://schemas.openxmlformats.org/drawingml/2006/main" id="10" idx="3"/>
          </p:cNvCxnSpPr>
          <p:nvPr/>
        </p:nvCxnSpPr>
        <p:spPr>
          <a:xfrm xmlns:a="http://schemas.openxmlformats.org/drawingml/2006/main" flipH="1">
            <a:off x="3276600" y="3714750"/>
            <a:ext cx="1352550" cy="0"/>
          </a:xfrm>
          <a:prstGeom xmlns:a="http://schemas.openxmlformats.org/drawingml/2006/main" prst="straightConnector1">
            <a:avLst/>
          </a:prstGeom>
          <a:ln xmlns:a="http://schemas.openxmlformats.org/drawingml/2006/main" w="19050">
            <a:solidFill>
              <a:srgbClr val="007F79"/>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514A224-4840-4C1C-9A94-5E56F943F3CA}"/>
              </a:ext>
            </a:extLst>
          </p:cNvPr>
          <p:cNvCxnSpPr>
            <a:stCxn xmlns:a="http://schemas.openxmlformats.org/drawingml/2006/main" id="8" idx="1"/>
            <a:endCxn xmlns:a="http://schemas.openxmlformats.org/drawingml/2006/main" id="9" idx="3"/>
          </p:cNvCxnSpPr>
          <p:nvPr/>
        </p:nvCxnSpPr>
        <p:spPr>
          <a:xfrm xmlns:a="http://schemas.openxmlformats.org/drawingml/2006/main" flipH="1">
            <a:off x="7486650" y="3714750"/>
            <a:ext cx="1428750" cy="0"/>
          </a:xfrm>
          <a:prstGeom xmlns:a="http://schemas.openxmlformats.org/drawingml/2006/main" prst="straightConnector1">
            <a:avLst/>
          </a:prstGeom>
          <a:ln xmlns:a="http://schemas.openxmlformats.org/drawingml/2006/main" w="19050">
            <a:solidFill>
              <a:srgbClr val="007F79"/>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28434818-BF86-4130-9D9E-3112F8DB3155}"/>
              </a:ext>
            </a:extLst>
          </p:cNvPr>
          <p:cNvCxnSpPr>
            <a:stCxn xmlns:a="http://schemas.openxmlformats.org/drawingml/2006/main" id="5" idx="2"/>
            <a:endCxn xmlns:a="http://schemas.openxmlformats.org/drawingml/2006/main" id="8" idx="0"/>
          </p:cNvCxnSpPr>
          <p:nvPr/>
        </p:nvCxnSpPr>
        <p:spPr>
          <a:xfrm xmlns:a="http://schemas.openxmlformats.org/drawingml/2006/main">
            <a:off x="10248900" y="2286000"/>
            <a:ext cx="0" cy="952500"/>
          </a:xfrm>
          <a:prstGeom xmlns:a="http://schemas.openxmlformats.org/drawingml/2006/main" prst="straightConnector1">
            <a:avLst/>
          </a:prstGeom>
          <a:ln xmlns:a="http://schemas.openxmlformats.org/drawingml/2006/main" w="19050">
            <a:solidFill>
              <a:srgbClr val="007F79"/>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269CDAAD-1E98-4F4B-A60C-40DF6A1C3652}"/>
              </a:ext>
            </a:extLst>
          </p:cNvPr>
          <p:cNvCxnSpPr>
            <a:stCxn xmlns:a="http://schemas.openxmlformats.org/drawingml/2006/main" id="4" idx="3"/>
            <a:endCxn xmlns:a="http://schemas.openxmlformats.org/drawingml/2006/main" id="5" idx="1"/>
          </p:cNvCxnSpPr>
          <p:nvPr/>
        </p:nvCxnSpPr>
        <p:spPr>
          <a:xfrm xmlns:a="http://schemas.openxmlformats.org/drawingml/2006/main">
            <a:off x="7486650" y="1857375"/>
            <a:ext cx="1428750" cy="0"/>
          </a:xfrm>
          <a:prstGeom xmlns:a="http://schemas.openxmlformats.org/drawingml/2006/main" prst="straightConnector1">
            <a:avLst/>
          </a:prstGeom>
          <a:ln xmlns:a="http://schemas.openxmlformats.org/drawingml/2006/main" w="19050">
            <a:solidFill>
              <a:srgbClr val="007F79"/>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31FC32D-DA1D-424D-8D58-7A0EC0540611}"/>
              </a:ext>
            </a:extLst>
          </p:cNvPr>
          <p:cNvCxnSpPr>
            <a:stCxn xmlns:a="http://schemas.openxmlformats.org/drawingml/2006/main" id="3" idx="3"/>
            <a:endCxn xmlns:a="http://schemas.openxmlformats.org/drawingml/2006/main" id="4" idx="1"/>
          </p:cNvCxnSpPr>
          <p:nvPr/>
        </p:nvCxnSpPr>
        <p:spPr>
          <a:xfrm xmlns:a="http://schemas.openxmlformats.org/drawingml/2006/main">
            <a:off x="3276600" y="1857375"/>
            <a:ext cx="1352550" cy="0"/>
          </a:xfrm>
          <a:prstGeom xmlns:a="http://schemas.openxmlformats.org/drawingml/2006/main" prst="straightConnector1">
            <a:avLst/>
          </a:prstGeom>
          <a:ln xmlns:a="http://schemas.openxmlformats.org/drawingml/2006/main" w="19050">
            <a:solidFill>
              <a:srgbClr val="007F79"/>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8BB822FA-5111-4CED-9D28-62DEF7561ED9}"/>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38"/>
                </a:solidFill>
                <a:latin typeface="Arial"/>
                <a:ea typeface="Arial"/>
                <a:cs typeface="Arial"/>
              </a:defRPr>
            </a:defPPr>
            <a:lvl1pPr>
              <a:defRPr sz="3300" b="1">
                <a:solidFill>
                  <a:srgbClr val="182B38"/>
                </a:solidFill>
                <a:latin typeface="Arial"/>
                <a:ea typeface="Arial"/>
                <a:cs typeface="Arial"/>
              </a:defRPr>
            </a:lvl1pPr>
            <a:lvl2pPr>
              <a:defRPr sz="3300" b="1">
                <a:solidFill>
                  <a:srgbClr val="182B38"/>
                </a:solidFill>
                <a:latin typeface="Arial"/>
                <a:ea typeface="Arial"/>
                <a:cs typeface="Arial"/>
              </a:defRPr>
            </a:lvl2pPr>
            <a:lvl3pPr>
              <a:defRPr sz="3300" b="1">
                <a:solidFill>
                  <a:srgbClr val="182B38"/>
                </a:solidFill>
                <a:latin typeface="Arial"/>
                <a:ea typeface="Arial"/>
                <a:cs typeface="Arial"/>
              </a:defRPr>
            </a:lvl3pPr>
            <a:lvl4pPr>
              <a:defRPr sz="3300" b="1">
                <a:solidFill>
                  <a:srgbClr val="182B38"/>
                </a:solidFill>
                <a:latin typeface="Arial"/>
                <a:ea typeface="Arial"/>
                <a:cs typeface="Arial"/>
              </a:defRPr>
            </a:lvl4pPr>
            <a:lvl5pPr>
              <a:defRPr sz="3300" b="1">
                <a:solidFill>
                  <a:srgbClr val="182B38"/>
                </a:solidFill>
                <a:latin typeface="Arial"/>
                <a:ea typeface="Arial"/>
                <a:cs typeface="Arial"/>
              </a:defRPr>
            </a:lvl5pPr>
            <a:lvl6pPr>
              <a:defRPr sz="3300" b="1">
                <a:solidFill>
                  <a:srgbClr val="182B38"/>
                </a:solidFill>
                <a:latin typeface="Arial"/>
                <a:ea typeface="Arial"/>
                <a:cs typeface="Arial"/>
              </a:defRPr>
            </a:lvl6pPr>
            <a:lvl7pPr>
              <a:defRPr sz="3300" b="1">
                <a:solidFill>
                  <a:srgbClr val="182B38"/>
                </a:solidFill>
                <a:latin typeface="Arial"/>
                <a:ea typeface="Arial"/>
                <a:cs typeface="Arial"/>
              </a:defRPr>
            </a:lvl7pPr>
            <a:lvl8pPr>
              <a:defRPr sz="3300" b="1">
                <a:solidFill>
                  <a:srgbClr val="182B38"/>
                </a:solidFill>
                <a:latin typeface="Arial"/>
                <a:ea typeface="Arial"/>
                <a:cs typeface="Arial"/>
              </a:defRPr>
            </a:lvl8pPr>
            <a:lvl9pPr>
              <a:defRPr sz="3300" b="1">
                <a:solidFill>
                  <a:srgbClr val="182B38"/>
                </a:solidFill>
                <a:latin typeface="Arial"/>
                <a:ea typeface="Arial"/>
                <a:cs typeface="Arial"/>
              </a:defRPr>
            </a:lvl9pPr>
          </a:lstStyle>
          <a:p xmlns:a="http://schemas.openxmlformats.org/drawingml/2006/main">
            <a:pPr>
              <a:defRPr sz="3300" b="1">
                <a:solidFill>
                  <a:srgbClr val="182B38"/>
                </a:solidFill>
                <a:latin typeface="Arial"/>
                <a:ea typeface="Arial"/>
                <a:cs typeface="Arial"/>
              </a:defRPr>
            </a:pPr>
            <a:r>
              <a:rPr sz="3300" b="1">
                <a:solidFill>
                  <a:srgbClr val="182B38"/>
                </a:solidFill>
                <a:latin typeface="Arial"/>
                <a:ea typeface="Arial"/>
                <a:cs typeface="Arial"/>
              </a:rPr>
              <a:t>From source evidence to a governed answer</a:t>
            </a:r>
          </a:p>
        </p:txBody>
      </p:sp>
      <p:sp>
        <p:nvSpPr>
          <p:cNvPr id="2" name="">
            <a:extLst xmlns:a="http://schemas.openxmlformats.org/drawingml/2006/main">
              <a:ext uri="{FF2B5EF4-FFF2-40B4-BE49-F238E27FC236}">
                <a16:creationId xmlns:a16="http://schemas.microsoft.com/office/drawing/2014/main" id="{F6D82FB0-60F7-4853-983F-41AE510D1AB1}"/>
              </a:ext>
            </a:extLst>
          </p:cNvPr>
          <p:cNvSpPr>
            <a:spLocks xmlns:a="http://schemas.openxmlformats.org/drawingml/2006/main" noGrp="1"/>
          </p:cNvSpPr>
          <p:nvPr/>
        </p:nvSpPr>
        <p:spPr>
          <a:xfrm xmlns:a="http://schemas.openxmlformats.org/drawingml/2006/main">
            <a:off x="609600" y="637222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4"/>
                </a:solidFill>
                <a:latin typeface="Arial"/>
                <a:ea typeface="Arial"/>
                <a:cs typeface="Arial"/>
              </a:defRPr>
            </a:defPPr>
            <a:lvl1pPr>
              <a:defRPr sz="1350" b="0">
                <a:solidFill>
                  <a:srgbClr val="536574"/>
                </a:solidFill>
                <a:latin typeface="Arial"/>
                <a:ea typeface="Arial"/>
                <a:cs typeface="Arial"/>
              </a:defRPr>
            </a:lvl1pPr>
            <a:lvl2pPr>
              <a:defRPr sz="1350" b="0">
                <a:solidFill>
                  <a:srgbClr val="536574"/>
                </a:solidFill>
                <a:latin typeface="Arial"/>
                <a:ea typeface="Arial"/>
                <a:cs typeface="Arial"/>
              </a:defRPr>
            </a:lvl2pPr>
            <a:lvl3pPr>
              <a:defRPr sz="1350" b="0">
                <a:solidFill>
                  <a:srgbClr val="536574"/>
                </a:solidFill>
                <a:latin typeface="Arial"/>
                <a:ea typeface="Arial"/>
                <a:cs typeface="Arial"/>
              </a:defRPr>
            </a:lvl3pPr>
            <a:lvl4pPr>
              <a:defRPr sz="1350" b="0">
                <a:solidFill>
                  <a:srgbClr val="536574"/>
                </a:solidFill>
                <a:latin typeface="Arial"/>
                <a:ea typeface="Arial"/>
                <a:cs typeface="Arial"/>
              </a:defRPr>
            </a:lvl4pPr>
            <a:lvl5pPr>
              <a:defRPr sz="1350" b="0">
                <a:solidFill>
                  <a:srgbClr val="536574"/>
                </a:solidFill>
                <a:latin typeface="Arial"/>
                <a:ea typeface="Arial"/>
                <a:cs typeface="Arial"/>
              </a:defRPr>
            </a:lvl5pPr>
            <a:lvl6pPr>
              <a:defRPr sz="1350" b="0">
                <a:solidFill>
                  <a:srgbClr val="536574"/>
                </a:solidFill>
                <a:latin typeface="Arial"/>
                <a:ea typeface="Arial"/>
                <a:cs typeface="Arial"/>
              </a:defRPr>
            </a:lvl6pPr>
            <a:lvl7pPr>
              <a:defRPr sz="1350" b="0">
                <a:solidFill>
                  <a:srgbClr val="536574"/>
                </a:solidFill>
                <a:latin typeface="Arial"/>
                <a:ea typeface="Arial"/>
                <a:cs typeface="Arial"/>
              </a:defRPr>
            </a:lvl7pPr>
            <a:lvl8pPr>
              <a:defRPr sz="1350" b="0">
                <a:solidFill>
                  <a:srgbClr val="536574"/>
                </a:solidFill>
                <a:latin typeface="Arial"/>
                <a:ea typeface="Arial"/>
                <a:cs typeface="Arial"/>
              </a:defRPr>
            </a:lvl8pPr>
            <a:lvl9pPr>
              <a:defRPr sz="1350" b="0">
                <a:solidFill>
                  <a:srgbClr val="536574"/>
                </a:solidFill>
                <a:latin typeface="Arial"/>
                <a:ea typeface="Arial"/>
                <a:cs typeface="Arial"/>
              </a:defRPr>
            </a:lvl9pPr>
          </a:lstStyle>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Synthetic Northstar Supply data. No company data or personal information.</a:t>
            </a:r>
          </a:p>
        </p:txBody>
      </p:sp>
      <p:sp>
        <p:nvSpPr>
          <p:cNvPr id="3" name="">
            <a:extLst xmlns:a="http://schemas.openxmlformats.org/drawingml/2006/main">
              <a:ext uri="{FF2B5EF4-FFF2-40B4-BE49-F238E27FC236}">
                <a16:creationId xmlns:a16="http://schemas.microsoft.com/office/drawing/2014/main" id="{4FE33378-A1D0-4C78-8055-668C1C1064A8}"/>
              </a:ext>
            </a:extLst>
          </p:cNvPr>
          <p:cNvSpPr>
            <a:spLocks xmlns:a="http://schemas.openxmlformats.org/drawingml/2006/main" noGrp="1"/>
          </p:cNvSpPr>
          <p:nvPr/>
        </p:nvSpPr>
        <p:spPr>
          <a:xfrm xmlns:a="http://schemas.openxmlformats.org/drawingml/2006/main">
            <a:off x="609600" y="1428750"/>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82B38"/>
            </a:solidFill>
            <a:prstDash val="solid"/>
          </a:ln>
        </p:spPr>
        <p:txBody>
          <a:bodyPr xmlns:a="http://schemas.openxmlformats.org/drawingml/2006/main" anchor="ctr"/>
          <a:lstStyle xmlns:a="http://schemas.openxmlformats.org/drawingml/2006/main">
            <a:defPPr algn="ctr">
              <a:defRPr sz="1875" b="1">
                <a:solidFill>
                  <a:srgbClr val="182B38"/>
                </a:solidFill>
                <a:latin typeface="Arial"/>
                <a:ea typeface="Arial"/>
                <a:cs typeface="Arial"/>
              </a:defRPr>
            </a:defPPr>
            <a:lvl1pPr algn="ctr">
              <a:defRPr sz="1875" b="1">
                <a:solidFill>
                  <a:srgbClr val="182B38"/>
                </a:solidFill>
                <a:latin typeface="Arial"/>
                <a:ea typeface="Arial"/>
                <a:cs typeface="Arial"/>
              </a:defRPr>
            </a:lvl1pPr>
            <a:lvl2pPr algn="ctr">
              <a:defRPr sz="1875" b="1">
                <a:solidFill>
                  <a:srgbClr val="182B38"/>
                </a:solidFill>
                <a:latin typeface="Arial"/>
                <a:ea typeface="Arial"/>
                <a:cs typeface="Arial"/>
              </a:defRPr>
            </a:lvl2pPr>
            <a:lvl3pPr algn="ctr">
              <a:defRPr sz="1875" b="1">
                <a:solidFill>
                  <a:srgbClr val="182B38"/>
                </a:solidFill>
                <a:latin typeface="Arial"/>
                <a:ea typeface="Arial"/>
                <a:cs typeface="Arial"/>
              </a:defRPr>
            </a:lvl3pPr>
            <a:lvl4pPr algn="ctr">
              <a:defRPr sz="1875" b="1">
                <a:solidFill>
                  <a:srgbClr val="182B38"/>
                </a:solidFill>
                <a:latin typeface="Arial"/>
                <a:ea typeface="Arial"/>
                <a:cs typeface="Arial"/>
              </a:defRPr>
            </a:lvl4pPr>
            <a:lvl5pPr algn="ctr">
              <a:defRPr sz="1875" b="1">
                <a:solidFill>
                  <a:srgbClr val="182B38"/>
                </a:solidFill>
                <a:latin typeface="Arial"/>
                <a:ea typeface="Arial"/>
                <a:cs typeface="Arial"/>
              </a:defRPr>
            </a:lvl5pPr>
            <a:lvl6pPr algn="ctr">
              <a:defRPr sz="1875" b="1">
                <a:solidFill>
                  <a:srgbClr val="182B38"/>
                </a:solidFill>
                <a:latin typeface="Arial"/>
                <a:ea typeface="Arial"/>
                <a:cs typeface="Arial"/>
              </a:defRPr>
            </a:lvl6pPr>
            <a:lvl7pPr algn="ctr">
              <a:defRPr sz="1875" b="1">
                <a:solidFill>
                  <a:srgbClr val="182B38"/>
                </a:solidFill>
                <a:latin typeface="Arial"/>
                <a:ea typeface="Arial"/>
                <a:cs typeface="Arial"/>
              </a:defRPr>
            </a:lvl7pPr>
            <a:lvl8pPr algn="ctr">
              <a:defRPr sz="1875" b="1">
                <a:solidFill>
                  <a:srgbClr val="182B38"/>
                </a:solidFill>
                <a:latin typeface="Arial"/>
                <a:ea typeface="Arial"/>
                <a:cs typeface="Arial"/>
              </a:defRPr>
            </a:lvl8pPr>
            <a:lvl9pPr algn="ctr">
              <a:defRPr sz="1875" b="1">
                <a:solidFill>
                  <a:srgbClr val="182B38"/>
                </a:solidFill>
                <a:latin typeface="Arial"/>
                <a:ea typeface="Arial"/>
                <a:cs typeface="Arial"/>
              </a:defRPr>
            </a:lvl9pPr>
          </a:lstStyle>
          <a:p xmlns:a="http://schemas.openxmlformats.org/drawingml/2006/main">
            <a:pPr algn="ctr">
              <a:defRPr sz="1875" b="1">
                <a:solidFill>
                  <a:srgbClr val="182B38"/>
                </a:solidFill>
                <a:latin typeface="Arial"/>
                <a:ea typeface="Arial"/>
                <a:cs typeface="Arial"/>
              </a:defRPr>
            </a:pPr>
            <a:r>
              <a:rPr sz="1875" b="1">
                <a:solidFill>
                  <a:srgbClr val="182B38"/>
                </a:solidFill>
                <a:latin typeface="Arial"/>
                <a:ea typeface="Arial"/>
                <a:cs typeface="Arial"/>
              </a:rPr>
              <a:t>Source evidence</a:t>
            </a:r>
          </a:p>
          <a:p xmlns:a="http://schemas.openxmlformats.org/drawingml/2006/main">
            <a:pPr algn="ctr">
              <a:defRPr sz="1875" b="1">
                <a:solidFill>
                  <a:srgbClr val="182B38"/>
                </a:solidFill>
                <a:latin typeface="Arial"/>
                <a:ea typeface="Arial"/>
                <a:cs typeface="Arial"/>
              </a:defRPr>
            </a:pPr>
            <a:r>
              <a:rPr sz="1875" b="1">
                <a:solidFill>
                  <a:srgbClr val="182B38"/>
                </a:solidFill>
                <a:latin typeface="Arial"/>
                <a:ea typeface="Arial"/>
                <a:cs typeface="Arial"/>
              </a:rPr>
              <a:t>HANA + Qlik fixtures</a:t>
            </a:r>
          </a:p>
        </p:txBody>
      </p:sp>
      <p:sp>
        <p:nvSpPr>
          <p:cNvPr id="4" name="">
            <a:extLst xmlns:a="http://schemas.openxmlformats.org/drawingml/2006/main">
              <a:ext uri="{FF2B5EF4-FFF2-40B4-BE49-F238E27FC236}">
                <a16:creationId xmlns:a16="http://schemas.microsoft.com/office/drawing/2014/main" id="{4DE4EBE7-D65D-459A-AEB1-2AA67249916F}"/>
              </a:ext>
            </a:extLst>
          </p:cNvPr>
          <p:cNvSpPr>
            <a:spLocks xmlns:a="http://schemas.openxmlformats.org/drawingml/2006/main" noGrp="1"/>
          </p:cNvSpPr>
          <p:nvPr/>
        </p:nvSpPr>
        <p:spPr>
          <a:xfrm xmlns:a="http://schemas.openxmlformats.org/drawingml/2006/main">
            <a:off x="4629150" y="1428750"/>
            <a:ext cx="2857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F79"/>
            </a:solidFill>
            <a:prstDash val="solid"/>
          </a:ln>
        </p:spPr>
        <p:txBody>
          <a:bodyPr xmlns:a="http://schemas.openxmlformats.org/drawingml/2006/main" anchor="ctr"/>
          <a:lstStyle xmlns:a="http://schemas.openxmlformats.org/drawingml/2006/main">
            <a:defPPr algn="ctr">
              <a:defRPr sz="1875" b="1">
                <a:solidFill>
                  <a:srgbClr val="007F79"/>
                </a:solidFill>
                <a:latin typeface="Arial"/>
                <a:ea typeface="Arial"/>
                <a:cs typeface="Arial"/>
              </a:defRPr>
            </a:defPPr>
            <a:lvl1pPr algn="ctr">
              <a:defRPr sz="1875" b="1">
                <a:solidFill>
                  <a:srgbClr val="007F79"/>
                </a:solidFill>
                <a:latin typeface="Arial"/>
                <a:ea typeface="Arial"/>
                <a:cs typeface="Arial"/>
              </a:defRPr>
            </a:lvl1pPr>
            <a:lvl2pPr algn="ctr">
              <a:defRPr sz="1875" b="1">
                <a:solidFill>
                  <a:srgbClr val="007F79"/>
                </a:solidFill>
                <a:latin typeface="Arial"/>
                <a:ea typeface="Arial"/>
                <a:cs typeface="Arial"/>
              </a:defRPr>
            </a:lvl2pPr>
            <a:lvl3pPr algn="ctr">
              <a:defRPr sz="1875" b="1">
                <a:solidFill>
                  <a:srgbClr val="007F79"/>
                </a:solidFill>
                <a:latin typeface="Arial"/>
                <a:ea typeface="Arial"/>
                <a:cs typeface="Arial"/>
              </a:defRPr>
            </a:lvl3pPr>
            <a:lvl4pPr algn="ctr">
              <a:defRPr sz="1875" b="1">
                <a:solidFill>
                  <a:srgbClr val="007F79"/>
                </a:solidFill>
                <a:latin typeface="Arial"/>
                <a:ea typeface="Arial"/>
                <a:cs typeface="Arial"/>
              </a:defRPr>
            </a:lvl4pPr>
            <a:lvl5pPr algn="ctr">
              <a:defRPr sz="1875" b="1">
                <a:solidFill>
                  <a:srgbClr val="007F79"/>
                </a:solidFill>
                <a:latin typeface="Arial"/>
                <a:ea typeface="Arial"/>
                <a:cs typeface="Arial"/>
              </a:defRPr>
            </a:lvl5pPr>
            <a:lvl6pPr algn="ctr">
              <a:defRPr sz="1875" b="1">
                <a:solidFill>
                  <a:srgbClr val="007F79"/>
                </a:solidFill>
                <a:latin typeface="Arial"/>
                <a:ea typeface="Arial"/>
                <a:cs typeface="Arial"/>
              </a:defRPr>
            </a:lvl6pPr>
            <a:lvl7pPr algn="ctr">
              <a:defRPr sz="1875" b="1">
                <a:solidFill>
                  <a:srgbClr val="007F79"/>
                </a:solidFill>
                <a:latin typeface="Arial"/>
                <a:ea typeface="Arial"/>
                <a:cs typeface="Arial"/>
              </a:defRPr>
            </a:lvl7pPr>
            <a:lvl8pPr algn="ctr">
              <a:defRPr sz="1875" b="1">
                <a:solidFill>
                  <a:srgbClr val="007F79"/>
                </a:solidFill>
                <a:latin typeface="Arial"/>
                <a:ea typeface="Arial"/>
                <a:cs typeface="Arial"/>
              </a:defRPr>
            </a:lvl8pPr>
            <a:lvl9pPr algn="ctr">
              <a:defRPr sz="1875" b="1">
                <a:solidFill>
                  <a:srgbClr val="007F79"/>
                </a:solidFill>
                <a:latin typeface="Arial"/>
                <a:ea typeface="Arial"/>
                <a:cs typeface="Arial"/>
              </a:defRPr>
            </a:lvl9pPr>
          </a:lstStyle>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Builder agent</a:t>
            </a:r>
          </a:p>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Claude Opus</a:t>
            </a:r>
          </a:p>
        </p:txBody>
      </p:sp>
      <p:sp>
        <p:nvSpPr>
          <p:cNvPr id="5" name="">
            <a:extLst xmlns:a="http://schemas.openxmlformats.org/drawingml/2006/main">
              <a:ext uri="{FF2B5EF4-FFF2-40B4-BE49-F238E27FC236}">
                <a16:creationId xmlns:a16="http://schemas.microsoft.com/office/drawing/2014/main" id="{9FC841B4-5EAE-468C-83E3-D7FE6D6CFE8A}"/>
              </a:ext>
            </a:extLst>
          </p:cNvPr>
          <p:cNvSpPr>
            <a:spLocks xmlns:a="http://schemas.openxmlformats.org/drawingml/2006/main" noGrp="1"/>
          </p:cNvSpPr>
          <p:nvPr/>
        </p:nvSpPr>
        <p:spPr>
          <a:xfrm xmlns:a="http://schemas.openxmlformats.org/drawingml/2006/main">
            <a:off x="8915400" y="1428750"/>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F79"/>
            </a:solidFill>
            <a:prstDash val="solid"/>
          </a:ln>
        </p:spPr>
        <p:txBody>
          <a:bodyPr xmlns:a="http://schemas.openxmlformats.org/drawingml/2006/main" anchor="ctr"/>
          <a:lstStyle xmlns:a="http://schemas.openxmlformats.org/drawingml/2006/main">
            <a:defPPr algn="ctr">
              <a:defRPr sz="1875" b="1">
                <a:solidFill>
                  <a:srgbClr val="007F79"/>
                </a:solidFill>
                <a:latin typeface="Arial"/>
                <a:ea typeface="Arial"/>
                <a:cs typeface="Arial"/>
              </a:defRPr>
            </a:defPPr>
            <a:lvl1pPr algn="ctr">
              <a:defRPr sz="1875" b="1">
                <a:solidFill>
                  <a:srgbClr val="007F79"/>
                </a:solidFill>
                <a:latin typeface="Arial"/>
                <a:ea typeface="Arial"/>
                <a:cs typeface="Arial"/>
              </a:defRPr>
            </a:lvl1pPr>
            <a:lvl2pPr algn="ctr">
              <a:defRPr sz="1875" b="1">
                <a:solidFill>
                  <a:srgbClr val="007F79"/>
                </a:solidFill>
                <a:latin typeface="Arial"/>
                <a:ea typeface="Arial"/>
                <a:cs typeface="Arial"/>
              </a:defRPr>
            </a:lvl2pPr>
            <a:lvl3pPr algn="ctr">
              <a:defRPr sz="1875" b="1">
                <a:solidFill>
                  <a:srgbClr val="007F79"/>
                </a:solidFill>
                <a:latin typeface="Arial"/>
                <a:ea typeface="Arial"/>
                <a:cs typeface="Arial"/>
              </a:defRPr>
            </a:lvl3pPr>
            <a:lvl4pPr algn="ctr">
              <a:defRPr sz="1875" b="1">
                <a:solidFill>
                  <a:srgbClr val="007F79"/>
                </a:solidFill>
                <a:latin typeface="Arial"/>
                <a:ea typeface="Arial"/>
                <a:cs typeface="Arial"/>
              </a:defRPr>
            </a:lvl4pPr>
            <a:lvl5pPr algn="ctr">
              <a:defRPr sz="1875" b="1">
                <a:solidFill>
                  <a:srgbClr val="007F79"/>
                </a:solidFill>
                <a:latin typeface="Arial"/>
                <a:ea typeface="Arial"/>
                <a:cs typeface="Arial"/>
              </a:defRPr>
            </a:lvl5pPr>
            <a:lvl6pPr algn="ctr">
              <a:defRPr sz="1875" b="1">
                <a:solidFill>
                  <a:srgbClr val="007F79"/>
                </a:solidFill>
                <a:latin typeface="Arial"/>
                <a:ea typeface="Arial"/>
                <a:cs typeface="Arial"/>
              </a:defRPr>
            </a:lvl6pPr>
            <a:lvl7pPr algn="ctr">
              <a:defRPr sz="1875" b="1">
                <a:solidFill>
                  <a:srgbClr val="007F79"/>
                </a:solidFill>
                <a:latin typeface="Arial"/>
                <a:ea typeface="Arial"/>
                <a:cs typeface="Arial"/>
              </a:defRPr>
            </a:lvl7pPr>
            <a:lvl8pPr algn="ctr">
              <a:defRPr sz="1875" b="1">
                <a:solidFill>
                  <a:srgbClr val="007F79"/>
                </a:solidFill>
                <a:latin typeface="Arial"/>
                <a:ea typeface="Arial"/>
                <a:cs typeface="Arial"/>
              </a:defRPr>
            </a:lvl8pPr>
            <a:lvl9pPr algn="ctr">
              <a:defRPr sz="1875" b="1">
                <a:solidFill>
                  <a:srgbClr val="007F79"/>
                </a:solidFill>
                <a:latin typeface="Arial"/>
                <a:ea typeface="Arial"/>
                <a:cs typeface="Arial"/>
              </a:defRPr>
            </a:lvl9pPr>
          </a:lstStyle>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Contract gate</a:t>
            </a:r>
          </a:p>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11 deterministic checks</a:t>
            </a:r>
          </a:p>
        </p:txBody>
      </p:sp>
      <p:sp>
        <p:nvSpPr>
          <p:cNvPr id="8" name="">
            <a:extLst xmlns:a="http://schemas.openxmlformats.org/drawingml/2006/main">
              <a:ext uri="{FF2B5EF4-FFF2-40B4-BE49-F238E27FC236}">
                <a16:creationId xmlns:a16="http://schemas.microsoft.com/office/drawing/2014/main" id="{F402BE2E-5A3C-48D3-8B22-E331B6245A35}"/>
              </a:ext>
            </a:extLst>
          </p:cNvPr>
          <p:cNvSpPr>
            <a:spLocks xmlns:a="http://schemas.openxmlformats.org/drawingml/2006/main" noGrp="1"/>
          </p:cNvSpPr>
          <p:nvPr/>
        </p:nvSpPr>
        <p:spPr>
          <a:xfrm xmlns:a="http://schemas.openxmlformats.org/drawingml/2006/main">
            <a:off x="8915400" y="3238500"/>
            <a:ext cx="2667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2B38"/>
            </a:solidFill>
            <a:prstDash val="solid"/>
          </a:ln>
        </p:spPr>
        <p:txBody>
          <a:bodyPr xmlns:a="http://schemas.openxmlformats.org/drawingml/2006/main" anchor="ctr"/>
          <a:lstStyle xmlns:a="http://schemas.openxmlformats.org/drawingml/2006/main">
            <a:defPPr algn="ctr">
              <a:defRPr sz="1875" b="1">
                <a:solidFill>
                  <a:srgbClr val="182B38"/>
                </a:solidFill>
                <a:latin typeface="Arial"/>
                <a:ea typeface="Arial"/>
                <a:cs typeface="Arial"/>
              </a:defRPr>
            </a:defPPr>
            <a:lvl1pPr algn="ctr">
              <a:defRPr sz="1875" b="1">
                <a:solidFill>
                  <a:srgbClr val="182B38"/>
                </a:solidFill>
                <a:latin typeface="Arial"/>
                <a:ea typeface="Arial"/>
                <a:cs typeface="Arial"/>
              </a:defRPr>
            </a:lvl1pPr>
            <a:lvl2pPr algn="ctr">
              <a:defRPr sz="1875" b="1">
                <a:solidFill>
                  <a:srgbClr val="182B38"/>
                </a:solidFill>
                <a:latin typeface="Arial"/>
                <a:ea typeface="Arial"/>
                <a:cs typeface="Arial"/>
              </a:defRPr>
            </a:lvl2pPr>
            <a:lvl3pPr algn="ctr">
              <a:defRPr sz="1875" b="1">
                <a:solidFill>
                  <a:srgbClr val="182B38"/>
                </a:solidFill>
                <a:latin typeface="Arial"/>
                <a:ea typeface="Arial"/>
                <a:cs typeface="Arial"/>
              </a:defRPr>
            </a:lvl3pPr>
            <a:lvl4pPr algn="ctr">
              <a:defRPr sz="1875" b="1">
                <a:solidFill>
                  <a:srgbClr val="182B38"/>
                </a:solidFill>
                <a:latin typeface="Arial"/>
                <a:ea typeface="Arial"/>
                <a:cs typeface="Arial"/>
              </a:defRPr>
            </a:lvl4pPr>
            <a:lvl5pPr algn="ctr">
              <a:defRPr sz="1875" b="1">
                <a:solidFill>
                  <a:srgbClr val="182B38"/>
                </a:solidFill>
                <a:latin typeface="Arial"/>
                <a:ea typeface="Arial"/>
                <a:cs typeface="Arial"/>
              </a:defRPr>
            </a:lvl5pPr>
            <a:lvl6pPr algn="ctr">
              <a:defRPr sz="1875" b="1">
                <a:solidFill>
                  <a:srgbClr val="182B38"/>
                </a:solidFill>
                <a:latin typeface="Arial"/>
                <a:ea typeface="Arial"/>
                <a:cs typeface="Arial"/>
              </a:defRPr>
            </a:lvl6pPr>
            <a:lvl7pPr algn="ctr">
              <a:defRPr sz="1875" b="1">
                <a:solidFill>
                  <a:srgbClr val="182B38"/>
                </a:solidFill>
                <a:latin typeface="Arial"/>
                <a:ea typeface="Arial"/>
                <a:cs typeface="Arial"/>
              </a:defRPr>
            </a:lvl7pPr>
            <a:lvl8pPr algn="ctr">
              <a:defRPr sz="1875" b="1">
                <a:solidFill>
                  <a:srgbClr val="182B38"/>
                </a:solidFill>
                <a:latin typeface="Arial"/>
                <a:ea typeface="Arial"/>
                <a:cs typeface="Arial"/>
              </a:defRPr>
            </a:lvl8pPr>
            <a:lvl9pPr algn="ctr">
              <a:defRPr sz="1875" b="1">
                <a:solidFill>
                  <a:srgbClr val="182B38"/>
                </a:solidFill>
                <a:latin typeface="Arial"/>
                <a:ea typeface="Arial"/>
                <a:cs typeface="Arial"/>
              </a:defRPr>
            </a:lvl9pPr>
          </a:lstStyle>
          <a:p xmlns:a="http://schemas.openxmlformats.org/drawingml/2006/main">
            <a:pPr algn="ctr">
              <a:defRPr sz="1875" b="1">
                <a:solidFill>
                  <a:srgbClr val="182B38"/>
                </a:solidFill>
                <a:latin typeface="Arial"/>
                <a:ea typeface="Arial"/>
                <a:cs typeface="Arial"/>
              </a:defRPr>
            </a:pPr>
            <a:r>
              <a:rPr sz="1875" b="1">
                <a:solidFill>
                  <a:srgbClr val="182B38"/>
                </a:solidFill>
                <a:latin typeface="Arial"/>
                <a:ea typeface="Arial"/>
                <a:cs typeface="Arial"/>
              </a:rPr>
              <a:t>Released product</a:t>
            </a:r>
          </a:p>
          <a:p xmlns:a="http://schemas.openxmlformats.org/drawingml/2006/main">
            <a:pPr algn="ctr">
              <a:defRPr sz="1875" b="1">
                <a:solidFill>
                  <a:srgbClr val="182B38"/>
                </a:solidFill>
                <a:latin typeface="Arial"/>
                <a:ea typeface="Arial"/>
                <a:cs typeface="Arial"/>
              </a:defRPr>
            </a:pPr>
            <a:r>
              <a:rPr sz="1875" b="1">
                <a:solidFill>
                  <a:srgbClr val="182B38"/>
                </a:solidFill>
                <a:latin typeface="Arial"/>
                <a:ea typeface="Arial"/>
                <a:cs typeface="Arial"/>
              </a:rPr>
              <a:t>Version + snapshot + hash</a:t>
            </a:r>
          </a:p>
        </p:txBody>
      </p:sp>
      <p:sp>
        <p:nvSpPr>
          <p:cNvPr id="9" name="">
            <a:extLst xmlns:a="http://schemas.openxmlformats.org/drawingml/2006/main">
              <a:ext uri="{FF2B5EF4-FFF2-40B4-BE49-F238E27FC236}">
                <a16:creationId xmlns:a16="http://schemas.microsoft.com/office/drawing/2014/main" id="{8E1CF505-662D-42A9-954D-CFC449DEFD35}"/>
              </a:ext>
            </a:extLst>
          </p:cNvPr>
          <p:cNvSpPr>
            <a:spLocks xmlns:a="http://schemas.openxmlformats.org/drawingml/2006/main" noGrp="1"/>
          </p:cNvSpPr>
          <p:nvPr/>
        </p:nvSpPr>
        <p:spPr>
          <a:xfrm xmlns:a="http://schemas.openxmlformats.org/drawingml/2006/main">
            <a:off x="4629150" y="3238500"/>
            <a:ext cx="2857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F79"/>
            </a:solidFill>
            <a:prstDash val="solid"/>
          </a:ln>
        </p:spPr>
        <p:txBody>
          <a:bodyPr xmlns:a="http://schemas.openxmlformats.org/drawingml/2006/main" anchor="ctr"/>
          <a:lstStyle xmlns:a="http://schemas.openxmlformats.org/drawingml/2006/main">
            <a:defPPr algn="ctr">
              <a:defRPr sz="1875" b="1">
                <a:solidFill>
                  <a:srgbClr val="007F79"/>
                </a:solidFill>
                <a:latin typeface="Arial"/>
                <a:ea typeface="Arial"/>
                <a:cs typeface="Arial"/>
              </a:defRPr>
            </a:defPPr>
            <a:lvl1pPr algn="ctr">
              <a:defRPr sz="1875" b="1">
                <a:solidFill>
                  <a:srgbClr val="007F79"/>
                </a:solidFill>
                <a:latin typeface="Arial"/>
                <a:ea typeface="Arial"/>
                <a:cs typeface="Arial"/>
              </a:defRPr>
            </a:lvl1pPr>
            <a:lvl2pPr algn="ctr">
              <a:defRPr sz="1875" b="1">
                <a:solidFill>
                  <a:srgbClr val="007F79"/>
                </a:solidFill>
                <a:latin typeface="Arial"/>
                <a:ea typeface="Arial"/>
                <a:cs typeface="Arial"/>
              </a:defRPr>
            </a:lvl2pPr>
            <a:lvl3pPr algn="ctr">
              <a:defRPr sz="1875" b="1">
                <a:solidFill>
                  <a:srgbClr val="007F79"/>
                </a:solidFill>
                <a:latin typeface="Arial"/>
                <a:ea typeface="Arial"/>
                <a:cs typeface="Arial"/>
              </a:defRPr>
            </a:lvl3pPr>
            <a:lvl4pPr algn="ctr">
              <a:defRPr sz="1875" b="1">
                <a:solidFill>
                  <a:srgbClr val="007F79"/>
                </a:solidFill>
                <a:latin typeface="Arial"/>
                <a:ea typeface="Arial"/>
                <a:cs typeface="Arial"/>
              </a:defRPr>
            </a:lvl4pPr>
            <a:lvl5pPr algn="ctr">
              <a:defRPr sz="1875" b="1">
                <a:solidFill>
                  <a:srgbClr val="007F79"/>
                </a:solidFill>
                <a:latin typeface="Arial"/>
                <a:ea typeface="Arial"/>
                <a:cs typeface="Arial"/>
              </a:defRPr>
            </a:lvl5pPr>
            <a:lvl6pPr algn="ctr">
              <a:defRPr sz="1875" b="1">
                <a:solidFill>
                  <a:srgbClr val="007F79"/>
                </a:solidFill>
                <a:latin typeface="Arial"/>
                <a:ea typeface="Arial"/>
                <a:cs typeface="Arial"/>
              </a:defRPr>
            </a:lvl6pPr>
            <a:lvl7pPr algn="ctr">
              <a:defRPr sz="1875" b="1">
                <a:solidFill>
                  <a:srgbClr val="007F79"/>
                </a:solidFill>
                <a:latin typeface="Arial"/>
                <a:ea typeface="Arial"/>
                <a:cs typeface="Arial"/>
              </a:defRPr>
            </a:lvl7pPr>
            <a:lvl8pPr algn="ctr">
              <a:defRPr sz="1875" b="1">
                <a:solidFill>
                  <a:srgbClr val="007F79"/>
                </a:solidFill>
                <a:latin typeface="Arial"/>
                <a:ea typeface="Arial"/>
                <a:cs typeface="Arial"/>
              </a:defRPr>
            </a:lvl8pPr>
            <a:lvl9pPr algn="ctr">
              <a:defRPr sz="1875" b="1">
                <a:solidFill>
                  <a:srgbClr val="007F79"/>
                </a:solidFill>
                <a:latin typeface="Arial"/>
                <a:ea typeface="Arial"/>
                <a:cs typeface="Arial"/>
              </a:defRPr>
            </a:lvl9pPr>
          </a:lstStyle>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Guarded semantic view</a:t>
            </a:r>
          </a:p>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Cortex Analyst</a:t>
            </a:r>
          </a:p>
        </p:txBody>
      </p:sp>
      <p:sp>
        <p:nvSpPr>
          <p:cNvPr id="10" name="">
            <a:extLst xmlns:a="http://schemas.openxmlformats.org/drawingml/2006/main">
              <a:ext uri="{FF2B5EF4-FFF2-40B4-BE49-F238E27FC236}">
                <a16:creationId xmlns:a16="http://schemas.microsoft.com/office/drawing/2014/main" id="{0E876110-9A4A-4BA1-8CD0-039C5E81F235}"/>
              </a:ext>
            </a:extLst>
          </p:cNvPr>
          <p:cNvSpPr>
            <a:spLocks xmlns:a="http://schemas.openxmlformats.org/drawingml/2006/main" noGrp="1"/>
          </p:cNvSpPr>
          <p:nvPr/>
        </p:nvSpPr>
        <p:spPr>
          <a:xfrm xmlns:a="http://schemas.openxmlformats.org/drawingml/2006/main">
            <a:off x="609600" y="3238500"/>
            <a:ext cx="2667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F79"/>
            </a:solidFill>
            <a:prstDash val="solid"/>
          </a:ln>
        </p:spPr>
        <p:txBody>
          <a:bodyPr xmlns:a="http://schemas.openxmlformats.org/drawingml/2006/main" anchor="ctr"/>
          <a:lstStyle xmlns:a="http://schemas.openxmlformats.org/drawingml/2006/main">
            <a:defPPr algn="ctr">
              <a:defRPr sz="1875" b="1">
                <a:solidFill>
                  <a:srgbClr val="007F79"/>
                </a:solidFill>
                <a:latin typeface="Arial"/>
                <a:ea typeface="Arial"/>
                <a:cs typeface="Arial"/>
              </a:defRPr>
            </a:defPPr>
            <a:lvl1pPr algn="ctr">
              <a:defRPr sz="1875" b="1">
                <a:solidFill>
                  <a:srgbClr val="007F79"/>
                </a:solidFill>
                <a:latin typeface="Arial"/>
                <a:ea typeface="Arial"/>
                <a:cs typeface="Arial"/>
              </a:defRPr>
            </a:lvl1pPr>
            <a:lvl2pPr algn="ctr">
              <a:defRPr sz="1875" b="1">
                <a:solidFill>
                  <a:srgbClr val="007F79"/>
                </a:solidFill>
                <a:latin typeface="Arial"/>
                <a:ea typeface="Arial"/>
                <a:cs typeface="Arial"/>
              </a:defRPr>
            </a:lvl2pPr>
            <a:lvl3pPr algn="ctr">
              <a:defRPr sz="1875" b="1">
                <a:solidFill>
                  <a:srgbClr val="007F79"/>
                </a:solidFill>
                <a:latin typeface="Arial"/>
                <a:ea typeface="Arial"/>
                <a:cs typeface="Arial"/>
              </a:defRPr>
            </a:lvl3pPr>
            <a:lvl4pPr algn="ctr">
              <a:defRPr sz="1875" b="1">
                <a:solidFill>
                  <a:srgbClr val="007F79"/>
                </a:solidFill>
                <a:latin typeface="Arial"/>
                <a:ea typeface="Arial"/>
                <a:cs typeface="Arial"/>
              </a:defRPr>
            </a:lvl4pPr>
            <a:lvl5pPr algn="ctr">
              <a:defRPr sz="1875" b="1">
                <a:solidFill>
                  <a:srgbClr val="007F79"/>
                </a:solidFill>
                <a:latin typeface="Arial"/>
                <a:ea typeface="Arial"/>
                <a:cs typeface="Arial"/>
              </a:defRPr>
            </a:lvl5pPr>
            <a:lvl6pPr algn="ctr">
              <a:defRPr sz="1875" b="1">
                <a:solidFill>
                  <a:srgbClr val="007F79"/>
                </a:solidFill>
                <a:latin typeface="Arial"/>
                <a:ea typeface="Arial"/>
                <a:cs typeface="Arial"/>
              </a:defRPr>
            </a:lvl6pPr>
            <a:lvl7pPr algn="ctr">
              <a:defRPr sz="1875" b="1">
                <a:solidFill>
                  <a:srgbClr val="007F79"/>
                </a:solidFill>
                <a:latin typeface="Arial"/>
                <a:ea typeface="Arial"/>
                <a:cs typeface="Arial"/>
              </a:defRPr>
            </a:lvl7pPr>
            <a:lvl8pPr algn="ctr">
              <a:defRPr sz="1875" b="1">
                <a:solidFill>
                  <a:srgbClr val="007F79"/>
                </a:solidFill>
                <a:latin typeface="Arial"/>
                <a:ea typeface="Arial"/>
                <a:cs typeface="Arial"/>
              </a:defRPr>
            </a:lvl8pPr>
            <a:lvl9pPr algn="ctr">
              <a:defRPr sz="1875" b="1">
                <a:solidFill>
                  <a:srgbClr val="007F79"/>
                </a:solidFill>
                <a:latin typeface="Arial"/>
                <a:ea typeface="Arial"/>
                <a:cs typeface="Arial"/>
              </a:defRPr>
            </a:lvl9pPr>
          </a:lstStyle>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Consumer agent</a:t>
            </a:r>
          </a:p>
          <a:p xmlns:a="http://schemas.openxmlformats.org/drawingml/2006/main">
            <a:pPr algn="ctr">
              <a:defRPr sz="1875" b="1">
                <a:solidFill>
                  <a:srgbClr val="007F79"/>
                </a:solidFill>
                <a:latin typeface="Arial"/>
                <a:ea typeface="Arial"/>
                <a:cs typeface="Arial"/>
              </a:defRPr>
            </a:pPr>
            <a:r>
              <a:rPr sz="1875" b="1">
                <a:solidFill>
                  <a:srgbClr val="007F79"/>
                </a:solidFill>
                <a:latin typeface="Arial"/>
                <a:ea typeface="Arial"/>
                <a:cs typeface="Arial"/>
              </a:rPr>
              <a:t>Account-review shortlist</a:t>
            </a:r>
          </a:p>
        </p:txBody>
      </p:sp>
      <p:sp>
        <p:nvSpPr>
          <p:cNvPr id="14" name="">
            <a:extLst xmlns:a="http://schemas.openxmlformats.org/drawingml/2006/main">
              <a:ext uri="{FF2B5EF4-FFF2-40B4-BE49-F238E27FC236}">
                <a16:creationId xmlns:a16="http://schemas.microsoft.com/office/drawing/2014/main" id="{F9C93662-6B34-44F4-850E-1F8D019E7F58}"/>
              </a:ext>
            </a:extLst>
          </p:cNvPr>
          <p:cNvSpPr>
            <a:spLocks xmlns:a="http://schemas.openxmlformats.org/drawingml/2006/main" noGrp="1"/>
          </p:cNvSpPr>
          <p:nvPr/>
        </p:nvSpPr>
        <p:spPr>
          <a:xfrm xmlns:a="http://schemas.openxmlformats.org/drawingml/2006/main">
            <a:off x="609600" y="4667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2B38"/>
                </a:solidFill>
                <a:latin typeface="Arial"/>
                <a:ea typeface="Arial"/>
                <a:cs typeface="Arial"/>
              </a:defRPr>
            </a:defPPr>
            <a:lvl1pPr>
              <a:defRPr sz="2025" b="1">
                <a:solidFill>
                  <a:srgbClr val="182B38"/>
                </a:solidFill>
                <a:latin typeface="Arial"/>
                <a:ea typeface="Arial"/>
                <a:cs typeface="Arial"/>
              </a:defRPr>
            </a:lvl1pPr>
            <a:lvl2pPr>
              <a:defRPr sz="2025" b="1">
                <a:solidFill>
                  <a:srgbClr val="182B38"/>
                </a:solidFill>
                <a:latin typeface="Arial"/>
                <a:ea typeface="Arial"/>
                <a:cs typeface="Arial"/>
              </a:defRPr>
            </a:lvl2pPr>
            <a:lvl3pPr>
              <a:defRPr sz="2025" b="1">
                <a:solidFill>
                  <a:srgbClr val="182B38"/>
                </a:solidFill>
                <a:latin typeface="Arial"/>
                <a:ea typeface="Arial"/>
                <a:cs typeface="Arial"/>
              </a:defRPr>
            </a:lvl3pPr>
            <a:lvl4pPr>
              <a:defRPr sz="2025" b="1">
                <a:solidFill>
                  <a:srgbClr val="182B38"/>
                </a:solidFill>
                <a:latin typeface="Arial"/>
                <a:ea typeface="Arial"/>
                <a:cs typeface="Arial"/>
              </a:defRPr>
            </a:lvl4pPr>
            <a:lvl5pPr>
              <a:defRPr sz="2025" b="1">
                <a:solidFill>
                  <a:srgbClr val="182B38"/>
                </a:solidFill>
                <a:latin typeface="Arial"/>
                <a:ea typeface="Arial"/>
                <a:cs typeface="Arial"/>
              </a:defRPr>
            </a:lvl5pPr>
            <a:lvl6pPr>
              <a:defRPr sz="2025" b="1">
                <a:solidFill>
                  <a:srgbClr val="182B38"/>
                </a:solidFill>
                <a:latin typeface="Arial"/>
                <a:ea typeface="Arial"/>
                <a:cs typeface="Arial"/>
              </a:defRPr>
            </a:lvl6pPr>
            <a:lvl7pPr>
              <a:defRPr sz="2025" b="1">
                <a:solidFill>
                  <a:srgbClr val="182B38"/>
                </a:solidFill>
                <a:latin typeface="Arial"/>
                <a:ea typeface="Arial"/>
                <a:cs typeface="Arial"/>
              </a:defRPr>
            </a:lvl7pPr>
            <a:lvl8pPr>
              <a:defRPr sz="2025" b="1">
                <a:solidFill>
                  <a:srgbClr val="182B38"/>
                </a:solidFill>
                <a:latin typeface="Arial"/>
                <a:ea typeface="Arial"/>
                <a:cs typeface="Arial"/>
              </a:defRPr>
            </a:lvl8pPr>
            <a:lvl9pPr>
              <a:defRPr sz="2025" b="1">
                <a:solidFill>
                  <a:srgbClr val="182B38"/>
                </a:solidFill>
                <a:latin typeface="Arial"/>
                <a:ea typeface="Arial"/>
                <a:cs typeface="Arial"/>
              </a:defRPr>
            </a:lvl9pPr>
          </a:lstStyle>
          <a:p xmlns:a="http://schemas.openxmlformats.org/drawingml/2006/main">
            <a:pPr>
              <a:defRPr sz="2025" b="1">
                <a:solidFill>
                  <a:srgbClr val="182B38"/>
                </a:solidFill>
                <a:latin typeface="Arial"/>
                <a:ea typeface="Arial"/>
                <a:cs typeface="Arial"/>
              </a:defRPr>
            </a:pPr>
            <a:r>
              <a:rPr sz="2025" b="1">
                <a:solidFill>
                  <a:srgbClr val="182B38"/>
                </a:solidFill>
                <a:latin typeface="Arial"/>
                <a:ea typeface="Arial"/>
                <a:cs typeface="Arial"/>
              </a:rPr>
              <a:t>Two chat views invoke saved agents. Analyst requests verify contract and integrity.</a:t>
            </a:r>
          </a:p>
        </p:txBody>
      </p:sp>
      <p:sp>
        <p:nvSpPr>
          <p:cNvPr id="15" name="">
            <a:extLst xmlns:a="http://schemas.openxmlformats.org/drawingml/2006/main">
              <a:ext uri="{FF2B5EF4-FFF2-40B4-BE49-F238E27FC236}">
                <a16:creationId xmlns:a16="http://schemas.microsoft.com/office/drawing/2014/main" id="{7178CD5A-7175-4E20-9A01-69B61586F811}"/>
              </a:ext>
            </a:extLst>
          </p:cNvPr>
          <p:cNvSpPr>
            <a:spLocks xmlns:a="http://schemas.openxmlformats.org/drawingml/2006/main" noGrp="1"/>
          </p:cNvSpPr>
          <p:nvPr/>
        </p:nvSpPr>
        <p:spPr>
          <a:xfrm xmlns:a="http://schemas.openxmlformats.org/drawingml/2006/main">
            <a:off x="609600" y="5410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4"/>
                </a:solidFill>
                <a:latin typeface="Arial"/>
                <a:ea typeface="Arial"/>
                <a:cs typeface="Arial"/>
              </a:defRPr>
            </a:defPPr>
            <a:lvl1pPr>
              <a:defRPr sz="1725" b="0">
                <a:solidFill>
                  <a:srgbClr val="536574"/>
                </a:solidFill>
                <a:latin typeface="Arial"/>
                <a:ea typeface="Arial"/>
                <a:cs typeface="Arial"/>
              </a:defRPr>
            </a:lvl1pPr>
            <a:lvl2pPr>
              <a:defRPr sz="1725" b="0">
                <a:solidFill>
                  <a:srgbClr val="536574"/>
                </a:solidFill>
                <a:latin typeface="Arial"/>
                <a:ea typeface="Arial"/>
                <a:cs typeface="Arial"/>
              </a:defRPr>
            </a:lvl2pPr>
            <a:lvl3pPr>
              <a:defRPr sz="1725" b="0">
                <a:solidFill>
                  <a:srgbClr val="536574"/>
                </a:solidFill>
                <a:latin typeface="Arial"/>
                <a:ea typeface="Arial"/>
                <a:cs typeface="Arial"/>
              </a:defRPr>
            </a:lvl3pPr>
            <a:lvl4pPr>
              <a:defRPr sz="1725" b="0">
                <a:solidFill>
                  <a:srgbClr val="536574"/>
                </a:solidFill>
                <a:latin typeface="Arial"/>
                <a:ea typeface="Arial"/>
                <a:cs typeface="Arial"/>
              </a:defRPr>
            </a:lvl4pPr>
            <a:lvl5pPr>
              <a:defRPr sz="1725" b="0">
                <a:solidFill>
                  <a:srgbClr val="536574"/>
                </a:solidFill>
                <a:latin typeface="Arial"/>
                <a:ea typeface="Arial"/>
                <a:cs typeface="Arial"/>
              </a:defRPr>
            </a:lvl5pPr>
            <a:lvl6pPr>
              <a:defRPr sz="1725" b="0">
                <a:solidFill>
                  <a:srgbClr val="536574"/>
                </a:solidFill>
                <a:latin typeface="Arial"/>
                <a:ea typeface="Arial"/>
                <a:cs typeface="Arial"/>
              </a:defRPr>
            </a:lvl6pPr>
            <a:lvl7pPr>
              <a:defRPr sz="1725" b="0">
                <a:solidFill>
                  <a:srgbClr val="536574"/>
                </a:solidFill>
                <a:latin typeface="Arial"/>
                <a:ea typeface="Arial"/>
                <a:cs typeface="Arial"/>
              </a:defRPr>
            </a:lvl7pPr>
            <a:lvl8pPr>
              <a:defRPr sz="1725" b="0">
                <a:solidFill>
                  <a:srgbClr val="536574"/>
                </a:solidFill>
                <a:latin typeface="Arial"/>
                <a:ea typeface="Arial"/>
                <a:cs typeface="Arial"/>
              </a:defRPr>
            </a:lvl8pPr>
            <a:lvl9pPr>
              <a:defRPr sz="1725" b="0">
                <a:solidFill>
                  <a:srgbClr val="536574"/>
                </a:solidFill>
                <a:latin typeface="Arial"/>
                <a:ea typeface="Arial"/>
                <a:cs typeface="Arial"/>
              </a:defRPr>
            </a:lvl9pPr>
          </a:lstStyle>
          <a:p xmlns:a="http://schemas.openxmlformats.org/drawingml/2006/main">
            <a:pPr>
              <a:defRPr sz="1725" b="0">
                <a:solidFill>
                  <a:srgbClr val="536574"/>
                </a:solidFill>
                <a:latin typeface="Arial"/>
                <a:ea typeface="Arial"/>
                <a:cs typeface="Arial"/>
              </a:defRPr>
            </a:pPr>
            <a:r>
              <a:rPr sz="1725" b="0">
                <a:solidFill>
                  <a:srgbClr val="536574"/>
                </a:solidFill>
                <a:latin typeface="Arial"/>
                <a:ea typeface="Arial"/>
                <a:cs typeface="Arial"/>
              </a:rPr>
              <a:t>Whole-document retrieval. Skills attached; invocation unverified.</a:t>
            </a:r>
          </a:p>
          <a:p xmlns:a="http://schemas.openxmlformats.org/drawingml/2006/main">
            <a:pPr>
              <a:defRPr sz="1725" b="0">
                <a:solidFill>
                  <a:srgbClr val="536574"/>
                </a:solidFill>
                <a:latin typeface="Arial"/>
                <a:ea typeface="Arial"/>
                <a:cs typeface="Arial"/>
              </a:defRPr>
            </a:pPr>
            <a:r>
              <a:rPr sz="1725" b="0">
                <a:solidFill>
                  <a:srgbClr val="536574"/>
                </a:solidFill>
                <a:latin typeface="Arial"/>
                <a:ea typeface="Arial"/>
                <a:cs typeface="Arial"/>
              </a:rPr>
              <a:t>Shared workshop role. Future: enterprise MCP / Fabric adapters.</a:t>
            </a:r>
          </a:p>
        </p:txBody>
      </p:sp>
    </p:spTree>
    <p:extLst>
      <p:ext uri="{BB962C8B-B14F-4D97-AF65-F5344CB8AC3E}">
        <p14:creationId xmlns:p14="http://schemas.microsoft.com/office/powerpoint/2010/main" val="1011313920"/>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9269E0-EB46-44B4-8925-08FE991E5176}"/>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38"/>
                </a:solidFill>
                <a:latin typeface="Arial"/>
                <a:ea typeface="Arial"/>
                <a:cs typeface="Arial"/>
              </a:defRPr>
            </a:defPPr>
            <a:lvl1pPr>
              <a:defRPr sz="3300" b="1">
                <a:solidFill>
                  <a:srgbClr val="182B38"/>
                </a:solidFill>
                <a:latin typeface="Arial"/>
                <a:ea typeface="Arial"/>
                <a:cs typeface="Arial"/>
              </a:defRPr>
            </a:lvl1pPr>
            <a:lvl2pPr>
              <a:defRPr sz="3300" b="1">
                <a:solidFill>
                  <a:srgbClr val="182B38"/>
                </a:solidFill>
                <a:latin typeface="Arial"/>
                <a:ea typeface="Arial"/>
                <a:cs typeface="Arial"/>
              </a:defRPr>
            </a:lvl2pPr>
            <a:lvl3pPr>
              <a:defRPr sz="3300" b="1">
                <a:solidFill>
                  <a:srgbClr val="182B38"/>
                </a:solidFill>
                <a:latin typeface="Arial"/>
                <a:ea typeface="Arial"/>
                <a:cs typeface="Arial"/>
              </a:defRPr>
            </a:lvl3pPr>
            <a:lvl4pPr>
              <a:defRPr sz="3300" b="1">
                <a:solidFill>
                  <a:srgbClr val="182B38"/>
                </a:solidFill>
                <a:latin typeface="Arial"/>
                <a:ea typeface="Arial"/>
                <a:cs typeface="Arial"/>
              </a:defRPr>
            </a:lvl4pPr>
            <a:lvl5pPr>
              <a:defRPr sz="3300" b="1">
                <a:solidFill>
                  <a:srgbClr val="182B38"/>
                </a:solidFill>
                <a:latin typeface="Arial"/>
                <a:ea typeface="Arial"/>
                <a:cs typeface="Arial"/>
              </a:defRPr>
            </a:lvl5pPr>
            <a:lvl6pPr>
              <a:defRPr sz="3300" b="1">
                <a:solidFill>
                  <a:srgbClr val="182B38"/>
                </a:solidFill>
                <a:latin typeface="Arial"/>
                <a:ea typeface="Arial"/>
                <a:cs typeface="Arial"/>
              </a:defRPr>
            </a:lvl6pPr>
            <a:lvl7pPr>
              <a:defRPr sz="3300" b="1">
                <a:solidFill>
                  <a:srgbClr val="182B38"/>
                </a:solidFill>
                <a:latin typeface="Arial"/>
                <a:ea typeface="Arial"/>
                <a:cs typeface="Arial"/>
              </a:defRPr>
            </a:lvl7pPr>
            <a:lvl8pPr>
              <a:defRPr sz="3300" b="1">
                <a:solidFill>
                  <a:srgbClr val="182B38"/>
                </a:solidFill>
                <a:latin typeface="Arial"/>
                <a:ea typeface="Arial"/>
                <a:cs typeface="Arial"/>
              </a:defRPr>
            </a:lvl8pPr>
            <a:lvl9pPr>
              <a:defRPr sz="3300" b="1">
                <a:solidFill>
                  <a:srgbClr val="182B38"/>
                </a:solidFill>
                <a:latin typeface="Arial"/>
                <a:ea typeface="Arial"/>
                <a:cs typeface="Arial"/>
              </a:defRPr>
            </a:lvl9pPr>
          </a:lstStyle>
          <a:p xmlns:a="http://schemas.openxmlformats.org/drawingml/2006/main">
            <a:pPr>
              <a:defRPr sz="3300" b="1">
                <a:solidFill>
                  <a:srgbClr val="182B38"/>
                </a:solidFill>
                <a:latin typeface="Arial"/>
                <a:ea typeface="Arial"/>
                <a:cs typeface="Arial"/>
              </a:defRPr>
            </a:pPr>
            <a:r>
              <a:rPr sz="3300" b="1">
                <a:solidFill>
                  <a:srgbClr val="182B38"/>
                </a:solidFill>
                <a:latin typeface="Arial"/>
                <a:ea typeface="Arial"/>
                <a:cs typeface="Arial"/>
              </a:rPr>
              <a:t>Results, limits and next steps</a:t>
            </a:r>
          </a:p>
        </p:txBody>
      </p:sp>
      <p:sp>
        <p:nvSpPr>
          <p:cNvPr id="2" name="">
            <a:extLst xmlns:a="http://schemas.openxmlformats.org/drawingml/2006/main">
              <a:ext uri="{FF2B5EF4-FFF2-40B4-BE49-F238E27FC236}">
                <a16:creationId xmlns:a16="http://schemas.microsoft.com/office/drawing/2014/main" id="{353A4FD6-060E-4B5C-8078-B398A253AA12}"/>
              </a:ext>
            </a:extLst>
          </p:cNvPr>
          <p:cNvSpPr>
            <a:spLocks xmlns:a="http://schemas.openxmlformats.org/drawingml/2006/main" noGrp="1"/>
          </p:cNvSpPr>
          <p:nvPr/>
        </p:nvSpPr>
        <p:spPr>
          <a:xfrm xmlns:a="http://schemas.openxmlformats.org/drawingml/2006/main">
            <a:off x="609600" y="637222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4"/>
                </a:solidFill>
                <a:latin typeface="Arial"/>
                <a:ea typeface="Arial"/>
                <a:cs typeface="Arial"/>
              </a:defRPr>
            </a:defPPr>
            <a:lvl1pPr>
              <a:defRPr sz="1350" b="0">
                <a:solidFill>
                  <a:srgbClr val="536574"/>
                </a:solidFill>
                <a:latin typeface="Arial"/>
                <a:ea typeface="Arial"/>
                <a:cs typeface="Arial"/>
              </a:defRPr>
            </a:lvl1pPr>
            <a:lvl2pPr>
              <a:defRPr sz="1350" b="0">
                <a:solidFill>
                  <a:srgbClr val="536574"/>
                </a:solidFill>
                <a:latin typeface="Arial"/>
                <a:ea typeface="Arial"/>
                <a:cs typeface="Arial"/>
              </a:defRPr>
            </a:lvl2pPr>
            <a:lvl3pPr>
              <a:defRPr sz="1350" b="0">
                <a:solidFill>
                  <a:srgbClr val="536574"/>
                </a:solidFill>
                <a:latin typeface="Arial"/>
                <a:ea typeface="Arial"/>
                <a:cs typeface="Arial"/>
              </a:defRPr>
            </a:lvl3pPr>
            <a:lvl4pPr>
              <a:defRPr sz="1350" b="0">
                <a:solidFill>
                  <a:srgbClr val="536574"/>
                </a:solidFill>
                <a:latin typeface="Arial"/>
                <a:ea typeface="Arial"/>
                <a:cs typeface="Arial"/>
              </a:defRPr>
            </a:lvl4pPr>
            <a:lvl5pPr>
              <a:defRPr sz="1350" b="0">
                <a:solidFill>
                  <a:srgbClr val="536574"/>
                </a:solidFill>
                <a:latin typeface="Arial"/>
                <a:ea typeface="Arial"/>
                <a:cs typeface="Arial"/>
              </a:defRPr>
            </a:lvl5pPr>
            <a:lvl6pPr>
              <a:defRPr sz="1350" b="0">
                <a:solidFill>
                  <a:srgbClr val="536574"/>
                </a:solidFill>
                <a:latin typeface="Arial"/>
                <a:ea typeface="Arial"/>
                <a:cs typeface="Arial"/>
              </a:defRPr>
            </a:lvl6pPr>
            <a:lvl7pPr>
              <a:defRPr sz="1350" b="0">
                <a:solidFill>
                  <a:srgbClr val="536574"/>
                </a:solidFill>
                <a:latin typeface="Arial"/>
                <a:ea typeface="Arial"/>
                <a:cs typeface="Arial"/>
              </a:defRPr>
            </a:lvl7pPr>
            <a:lvl8pPr>
              <a:defRPr sz="1350" b="0">
                <a:solidFill>
                  <a:srgbClr val="536574"/>
                </a:solidFill>
                <a:latin typeface="Arial"/>
                <a:ea typeface="Arial"/>
                <a:cs typeface="Arial"/>
              </a:defRPr>
            </a:lvl8pPr>
            <a:lvl9pPr>
              <a:defRPr sz="1350" b="0">
                <a:solidFill>
                  <a:srgbClr val="536574"/>
                </a:solidFill>
                <a:latin typeface="Arial"/>
                <a:ea typeface="Arial"/>
                <a:cs typeface="Arial"/>
              </a:defRPr>
            </a:lvl9pPr>
          </a:lstStyle>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Synthetic Northstar Supply data. No company data or personal information.</a:t>
            </a:r>
          </a:p>
        </p:txBody>
      </p:sp>
      <p:sp>
        <p:nvSpPr>
          <p:cNvPr id="3" name="">
            <a:extLst xmlns:a="http://schemas.openxmlformats.org/drawingml/2006/main">
              <a:ext uri="{FF2B5EF4-FFF2-40B4-BE49-F238E27FC236}">
                <a16:creationId xmlns:a16="http://schemas.microsoft.com/office/drawing/2014/main" id="{E1D1CC1E-1E68-4C13-B95A-F8C5C173FE4D}"/>
              </a:ext>
            </a:extLst>
          </p:cNvPr>
          <p:cNvSpPr>
            <a:spLocks xmlns:a="http://schemas.openxmlformats.org/drawingml/2006/main" noGrp="1"/>
          </p:cNvSpPr>
          <p:nvPr/>
        </p:nvSpPr>
        <p:spPr>
          <a:xfrm xmlns:a="http://schemas.openxmlformats.org/drawingml/2006/main">
            <a:off x="609600" y="138112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79"/>
                </a:solidFill>
                <a:latin typeface="Arial"/>
                <a:ea typeface="Arial"/>
                <a:cs typeface="Arial"/>
              </a:defRPr>
            </a:defPPr>
            <a:lvl1pPr>
              <a:defRPr sz="4800" b="1">
                <a:solidFill>
                  <a:srgbClr val="007F79"/>
                </a:solidFill>
                <a:latin typeface="Arial"/>
                <a:ea typeface="Arial"/>
                <a:cs typeface="Arial"/>
              </a:defRPr>
            </a:lvl1pPr>
            <a:lvl2pPr>
              <a:defRPr sz="4800" b="1">
                <a:solidFill>
                  <a:srgbClr val="007F79"/>
                </a:solidFill>
                <a:latin typeface="Arial"/>
                <a:ea typeface="Arial"/>
                <a:cs typeface="Arial"/>
              </a:defRPr>
            </a:lvl2pPr>
            <a:lvl3pPr>
              <a:defRPr sz="4800" b="1">
                <a:solidFill>
                  <a:srgbClr val="007F79"/>
                </a:solidFill>
                <a:latin typeface="Arial"/>
                <a:ea typeface="Arial"/>
                <a:cs typeface="Arial"/>
              </a:defRPr>
            </a:lvl3pPr>
            <a:lvl4pPr>
              <a:defRPr sz="4800" b="1">
                <a:solidFill>
                  <a:srgbClr val="007F79"/>
                </a:solidFill>
                <a:latin typeface="Arial"/>
                <a:ea typeface="Arial"/>
                <a:cs typeface="Arial"/>
              </a:defRPr>
            </a:lvl4pPr>
            <a:lvl5pPr>
              <a:defRPr sz="4800" b="1">
                <a:solidFill>
                  <a:srgbClr val="007F79"/>
                </a:solidFill>
                <a:latin typeface="Arial"/>
                <a:ea typeface="Arial"/>
                <a:cs typeface="Arial"/>
              </a:defRPr>
            </a:lvl5pPr>
            <a:lvl6pPr>
              <a:defRPr sz="4800" b="1">
                <a:solidFill>
                  <a:srgbClr val="007F79"/>
                </a:solidFill>
                <a:latin typeface="Arial"/>
                <a:ea typeface="Arial"/>
                <a:cs typeface="Arial"/>
              </a:defRPr>
            </a:lvl6pPr>
            <a:lvl7pPr>
              <a:defRPr sz="4800" b="1">
                <a:solidFill>
                  <a:srgbClr val="007F79"/>
                </a:solidFill>
                <a:latin typeface="Arial"/>
                <a:ea typeface="Arial"/>
                <a:cs typeface="Arial"/>
              </a:defRPr>
            </a:lvl7pPr>
            <a:lvl8pPr>
              <a:defRPr sz="4800" b="1">
                <a:solidFill>
                  <a:srgbClr val="007F79"/>
                </a:solidFill>
                <a:latin typeface="Arial"/>
                <a:ea typeface="Arial"/>
                <a:cs typeface="Arial"/>
              </a:defRPr>
            </a:lvl8pPr>
            <a:lvl9pPr>
              <a:defRPr sz="4800" b="1">
                <a:solidFill>
                  <a:srgbClr val="007F79"/>
                </a:solidFill>
                <a:latin typeface="Arial"/>
                <a:ea typeface="Arial"/>
                <a:cs typeface="Arial"/>
              </a:defRPr>
            </a:lvl9pPr>
          </a:lstStyle>
          <a:p xmlns:a="http://schemas.openxmlformats.org/drawingml/2006/main">
            <a:pPr>
              <a:defRPr sz="4800" b="1">
                <a:solidFill>
                  <a:srgbClr val="007F79"/>
                </a:solidFill>
                <a:latin typeface="Arial"/>
                <a:ea typeface="Arial"/>
                <a:cs typeface="Arial"/>
              </a:defRPr>
            </a:pPr>
            <a:r>
              <a:rPr sz="4800" b="1">
                <a:solidFill>
                  <a:srgbClr val="007F79"/>
                </a:solidFill>
                <a:latin typeface="Arial"/>
                <a:ea typeface="Arial"/>
                <a:cs typeface="Arial"/>
              </a:rPr>
              <a:t>32 / 32</a:t>
            </a:r>
          </a:p>
        </p:txBody>
      </p:sp>
      <p:sp>
        <p:nvSpPr>
          <p:cNvPr id="4" name="">
            <a:extLst xmlns:a="http://schemas.openxmlformats.org/drawingml/2006/main">
              <a:ext uri="{FF2B5EF4-FFF2-40B4-BE49-F238E27FC236}">
                <a16:creationId xmlns:a16="http://schemas.microsoft.com/office/drawing/2014/main" id="{2EC4F5FE-03B1-4A72-98C0-D2A08B59B39B}"/>
              </a:ext>
            </a:extLst>
          </p:cNvPr>
          <p:cNvSpPr>
            <a:spLocks xmlns:a="http://schemas.openxmlformats.org/drawingml/2006/main" noGrp="1"/>
          </p:cNvSpPr>
          <p:nvPr/>
        </p:nvSpPr>
        <p:spPr>
          <a:xfrm xmlns:a="http://schemas.openxmlformats.org/drawingml/2006/main">
            <a:off x="609600" y="22479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B38"/>
                </a:solidFill>
                <a:latin typeface="Arial"/>
                <a:ea typeface="Arial"/>
                <a:cs typeface="Arial"/>
              </a:defRPr>
            </a:defPPr>
            <a:lvl1pPr>
              <a:defRPr sz="2100" b="0">
                <a:solidFill>
                  <a:srgbClr val="182B38"/>
                </a:solidFill>
                <a:latin typeface="Arial"/>
                <a:ea typeface="Arial"/>
                <a:cs typeface="Arial"/>
              </a:defRPr>
            </a:lvl1pPr>
            <a:lvl2pPr>
              <a:defRPr sz="2100" b="0">
                <a:solidFill>
                  <a:srgbClr val="182B38"/>
                </a:solidFill>
                <a:latin typeface="Arial"/>
                <a:ea typeface="Arial"/>
                <a:cs typeface="Arial"/>
              </a:defRPr>
            </a:lvl2pPr>
            <a:lvl3pPr>
              <a:defRPr sz="2100" b="0">
                <a:solidFill>
                  <a:srgbClr val="182B38"/>
                </a:solidFill>
                <a:latin typeface="Arial"/>
                <a:ea typeface="Arial"/>
                <a:cs typeface="Arial"/>
              </a:defRPr>
            </a:lvl3pPr>
            <a:lvl4pPr>
              <a:defRPr sz="2100" b="0">
                <a:solidFill>
                  <a:srgbClr val="182B38"/>
                </a:solidFill>
                <a:latin typeface="Arial"/>
                <a:ea typeface="Arial"/>
                <a:cs typeface="Arial"/>
              </a:defRPr>
            </a:lvl4pPr>
            <a:lvl5pPr>
              <a:defRPr sz="2100" b="0">
                <a:solidFill>
                  <a:srgbClr val="182B38"/>
                </a:solidFill>
                <a:latin typeface="Arial"/>
                <a:ea typeface="Arial"/>
                <a:cs typeface="Arial"/>
              </a:defRPr>
            </a:lvl5pPr>
            <a:lvl6pPr>
              <a:defRPr sz="2100" b="0">
                <a:solidFill>
                  <a:srgbClr val="182B38"/>
                </a:solidFill>
                <a:latin typeface="Arial"/>
                <a:ea typeface="Arial"/>
                <a:cs typeface="Arial"/>
              </a:defRPr>
            </a:lvl6pPr>
            <a:lvl7pPr>
              <a:defRPr sz="2100" b="0">
                <a:solidFill>
                  <a:srgbClr val="182B38"/>
                </a:solidFill>
                <a:latin typeface="Arial"/>
                <a:ea typeface="Arial"/>
                <a:cs typeface="Arial"/>
              </a:defRPr>
            </a:lvl7pPr>
            <a:lvl8pPr>
              <a:defRPr sz="2100" b="0">
                <a:solidFill>
                  <a:srgbClr val="182B38"/>
                </a:solidFill>
                <a:latin typeface="Arial"/>
                <a:ea typeface="Arial"/>
                <a:cs typeface="Arial"/>
              </a:defRPr>
            </a:lvl8pPr>
            <a:lvl9pPr>
              <a:defRPr sz="2100" b="0">
                <a:solidFill>
                  <a:srgbClr val="182B38"/>
                </a:solidFill>
                <a:latin typeface="Arial"/>
                <a:ea typeface="Arial"/>
                <a:cs typeface="Arial"/>
              </a:defRPr>
            </a:lvl9pPr>
          </a:lstStyle>
          <a:p xmlns:a="http://schemas.openxmlformats.org/drawingml/2006/main">
            <a:pPr>
              <a:defRPr sz="2100" b="0">
                <a:solidFill>
                  <a:srgbClr val="182B38"/>
                </a:solidFill>
                <a:latin typeface="Arial"/>
                <a:ea typeface="Arial"/>
                <a:cs typeface="Arial"/>
              </a:defRPr>
            </a:pPr>
            <a:r>
              <a:rPr sz="2100" b="0">
                <a:solidFill>
                  <a:srgbClr val="182B38"/>
                </a:solidFill>
                <a:latin typeface="Arial"/>
                <a:ea typeface="Arial"/>
                <a:cs typeface="Arial"/>
              </a:rPr>
              <a:t>Backend regression assertions passed</a:t>
            </a:r>
          </a:p>
        </p:txBody>
      </p:sp>
      <p:sp>
        <p:nvSpPr>
          <p:cNvPr id="5" name="">
            <a:extLst xmlns:a="http://schemas.openxmlformats.org/drawingml/2006/main">
              <a:ext uri="{FF2B5EF4-FFF2-40B4-BE49-F238E27FC236}">
                <a16:creationId xmlns:a16="http://schemas.microsoft.com/office/drawing/2014/main" id="{3D3B1655-73B6-4C5A-9364-4B49BDA159F6}"/>
              </a:ext>
            </a:extLst>
          </p:cNvPr>
          <p:cNvSpPr>
            <a:spLocks xmlns:a="http://schemas.openxmlformats.org/drawingml/2006/main" noGrp="1"/>
          </p:cNvSpPr>
          <p:nvPr/>
        </p:nvSpPr>
        <p:spPr>
          <a:xfrm xmlns:a="http://schemas.openxmlformats.org/drawingml/2006/main">
            <a:off x="6477000" y="138112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79"/>
                </a:solidFill>
                <a:latin typeface="Arial"/>
                <a:ea typeface="Arial"/>
                <a:cs typeface="Arial"/>
              </a:defRPr>
            </a:defPPr>
            <a:lvl1pPr>
              <a:defRPr sz="4800" b="1">
                <a:solidFill>
                  <a:srgbClr val="007F79"/>
                </a:solidFill>
                <a:latin typeface="Arial"/>
                <a:ea typeface="Arial"/>
                <a:cs typeface="Arial"/>
              </a:defRPr>
            </a:lvl1pPr>
            <a:lvl2pPr>
              <a:defRPr sz="4800" b="1">
                <a:solidFill>
                  <a:srgbClr val="007F79"/>
                </a:solidFill>
                <a:latin typeface="Arial"/>
                <a:ea typeface="Arial"/>
                <a:cs typeface="Arial"/>
              </a:defRPr>
            </a:lvl2pPr>
            <a:lvl3pPr>
              <a:defRPr sz="4800" b="1">
                <a:solidFill>
                  <a:srgbClr val="007F79"/>
                </a:solidFill>
                <a:latin typeface="Arial"/>
                <a:ea typeface="Arial"/>
                <a:cs typeface="Arial"/>
              </a:defRPr>
            </a:lvl3pPr>
            <a:lvl4pPr>
              <a:defRPr sz="4800" b="1">
                <a:solidFill>
                  <a:srgbClr val="007F79"/>
                </a:solidFill>
                <a:latin typeface="Arial"/>
                <a:ea typeface="Arial"/>
                <a:cs typeface="Arial"/>
              </a:defRPr>
            </a:lvl4pPr>
            <a:lvl5pPr>
              <a:defRPr sz="4800" b="1">
                <a:solidFill>
                  <a:srgbClr val="007F79"/>
                </a:solidFill>
                <a:latin typeface="Arial"/>
                <a:ea typeface="Arial"/>
                <a:cs typeface="Arial"/>
              </a:defRPr>
            </a:lvl5pPr>
            <a:lvl6pPr>
              <a:defRPr sz="4800" b="1">
                <a:solidFill>
                  <a:srgbClr val="007F79"/>
                </a:solidFill>
                <a:latin typeface="Arial"/>
                <a:ea typeface="Arial"/>
                <a:cs typeface="Arial"/>
              </a:defRPr>
            </a:lvl6pPr>
            <a:lvl7pPr>
              <a:defRPr sz="4800" b="1">
                <a:solidFill>
                  <a:srgbClr val="007F79"/>
                </a:solidFill>
                <a:latin typeface="Arial"/>
                <a:ea typeface="Arial"/>
                <a:cs typeface="Arial"/>
              </a:defRPr>
            </a:lvl7pPr>
            <a:lvl8pPr>
              <a:defRPr sz="4800" b="1">
                <a:solidFill>
                  <a:srgbClr val="007F79"/>
                </a:solidFill>
                <a:latin typeface="Arial"/>
                <a:ea typeface="Arial"/>
                <a:cs typeface="Arial"/>
              </a:defRPr>
            </a:lvl8pPr>
            <a:lvl9pPr>
              <a:defRPr sz="4800" b="1">
                <a:solidFill>
                  <a:srgbClr val="007F79"/>
                </a:solidFill>
                <a:latin typeface="Arial"/>
                <a:ea typeface="Arial"/>
                <a:cs typeface="Arial"/>
              </a:defRPr>
            </a:lvl9pPr>
          </a:lstStyle>
          <a:p xmlns:a="http://schemas.openxmlformats.org/drawingml/2006/main">
            <a:pPr>
              <a:defRPr sz="4800" b="1">
                <a:solidFill>
                  <a:srgbClr val="007F79"/>
                </a:solidFill>
                <a:latin typeface="Arial"/>
                <a:ea typeface="Arial"/>
                <a:cs typeface="Arial"/>
              </a:defRPr>
            </a:pPr>
            <a:r>
              <a:rPr sz="4800" b="1">
                <a:solidFill>
                  <a:srgbClr val="007F79"/>
                </a:solidFill>
                <a:latin typeface="Arial"/>
                <a:ea typeface="Arial"/>
                <a:cs typeface="Arial"/>
              </a:rPr>
              <a:t>19 / 19</a:t>
            </a:r>
          </a:p>
        </p:txBody>
      </p:sp>
      <p:sp>
        <p:nvSpPr>
          <p:cNvPr id="6" name="">
            <a:extLst xmlns:a="http://schemas.openxmlformats.org/drawingml/2006/main">
              <a:ext uri="{FF2B5EF4-FFF2-40B4-BE49-F238E27FC236}">
                <a16:creationId xmlns:a16="http://schemas.microsoft.com/office/drawing/2014/main" id="{97B1B403-FC96-45C6-9D7D-9FA30CE042C8}"/>
              </a:ext>
            </a:extLst>
          </p:cNvPr>
          <p:cNvSpPr>
            <a:spLocks xmlns:a="http://schemas.openxmlformats.org/drawingml/2006/main" noGrp="1"/>
          </p:cNvSpPr>
          <p:nvPr/>
        </p:nvSpPr>
        <p:spPr>
          <a:xfrm xmlns:a="http://schemas.openxmlformats.org/drawingml/2006/main">
            <a:off x="6477000" y="22479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B38"/>
                </a:solidFill>
                <a:latin typeface="Arial"/>
                <a:ea typeface="Arial"/>
                <a:cs typeface="Arial"/>
              </a:defRPr>
            </a:defPPr>
            <a:lvl1pPr>
              <a:defRPr sz="2100" b="0">
                <a:solidFill>
                  <a:srgbClr val="182B38"/>
                </a:solidFill>
                <a:latin typeface="Arial"/>
                <a:ea typeface="Arial"/>
                <a:cs typeface="Arial"/>
              </a:defRPr>
            </a:lvl1pPr>
            <a:lvl2pPr>
              <a:defRPr sz="2100" b="0">
                <a:solidFill>
                  <a:srgbClr val="182B38"/>
                </a:solidFill>
                <a:latin typeface="Arial"/>
                <a:ea typeface="Arial"/>
                <a:cs typeface="Arial"/>
              </a:defRPr>
            </a:lvl2pPr>
            <a:lvl3pPr>
              <a:defRPr sz="2100" b="0">
                <a:solidFill>
                  <a:srgbClr val="182B38"/>
                </a:solidFill>
                <a:latin typeface="Arial"/>
                <a:ea typeface="Arial"/>
                <a:cs typeface="Arial"/>
              </a:defRPr>
            </a:lvl3pPr>
            <a:lvl4pPr>
              <a:defRPr sz="2100" b="0">
                <a:solidFill>
                  <a:srgbClr val="182B38"/>
                </a:solidFill>
                <a:latin typeface="Arial"/>
                <a:ea typeface="Arial"/>
                <a:cs typeface="Arial"/>
              </a:defRPr>
            </a:lvl4pPr>
            <a:lvl5pPr>
              <a:defRPr sz="2100" b="0">
                <a:solidFill>
                  <a:srgbClr val="182B38"/>
                </a:solidFill>
                <a:latin typeface="Arial"/>
                <a:ea typeface="Arial"/>
                <a:cs typeface="Arial"/>
              </a:defRPr>
            </a:lvl5pPr>
            <a:lvl6pPr>
              <a:defRPr sz="2100" b="0">
                <a:solidFill>
                  <a:srgbClr val="182B38"/>
                </a:solidFill>
                <a:latin typeface="Arial"/>
                <a:ea typeface="Arial"/>
                <a:cs typeface="Arial"/>
              </a:defRPr>
            </a:lvl6pPr>
            <a:lvl7pPr>
              <a:defRPr sz="2100" b="0">
                <a:solidFill>
                  <a:srgbClr val="182B38"/>
                </a:solidFill>
                <a:latin typeface="Arial"/>
                <a:ea typeface="Arial"/>
                <a:cs typeface="Arial"/>
              </a:defRPr>
            </a:lvl7pPr>
            <a:lvl8pPr>
              <a:defRPr sz="2100" b="0">
                <a:solidFill>
                  <a:srgbClr val="182B38"/>
                </a:solidFill>
                <a:latin typeface="Arial"/>
                <a:ea typeface="Arial"/>
                <a:cs typeface="Arial"/>
              </a:defRPr>
            </a:lvl8pPr>
            <a:lvl9pPr>
              <a:defRPr sz="2100" b="0">
                <a:solidFill>
                  <a:srgbClr val="182B38"/>
                </a:solidFill>
                <a:latin typeface="Arial"/>
                <a:ea typeface="Arial"/>
                <a:cs typeface="Arial"/>
              </a:defRPr>
            </a:lvl9pPr>
          </a:lstStyle>
          <a:p xmlns:a="http://schemas.openxmlformats.org/drawingml/2006/main">
            <a:pPr>
              <a:defRPr sz="2100" b="0">
                <a:solidFill>
                  <a:srgbClr val="182B38"/>
                </a:solidFill>
                <a:latin typeface="Arial"/>
                <a:ea typeface="Arial"/>
                <a:cs typeface="Arial"/>
              </a:defRPr>
            </a:pPr>
            <a:r>
              <a:rPr sz="2100" b="0">
                <a:solidFill>
                  <a:srgbClr val="182B38"/>
                </a:solidFill>
                <a:latin typeface="Arial"/>
                <a:ea typeface="Arial"/>
                <a:cs typeface="Arial"/>
              </a:rPr>
              <a:t>Historical fixed agent suite passed</a:t>
            </a:r>
          </a:p>
          <a:p xmlns:a="http://schemas.openxmlformats.org/drawingml/2006/main">
            <a:pPr>
              <a:defRPr sz="2100" b="0">
                <a:solidFill>
                  <a:srgbClr val="182B38"/>
                </a:solidFill>
                <a:latin typeface="Arial"/>
                <a:ea typeface="Arial"/>
                <a:cs typeface="Arial"/>
              </a:defRPr>
            </a:pPr>
            <a:r>
              <a:rPr sz="2100" b="0">
                <a:solidFill>
                  <a:srgbClr val="182B38"/>
                </a:solidFill>
                <a:latin typeface="Arial"/>
                <a:ea typeface="Arial"/>
                <a:cs typeface="Arial"/>
              </a:rPr>
              <a:t>Includes an unsupported-claim finding</a:t>
            </a:r>
          </a:p>
        </p:txBody>
      </p:sp>
      <p:sp>
        <p:nvSpPr>
          <p:cNvPr id="7" name="">
            <a:extLst xmlns:a="http://schemas.openxmlformats.org/drawingml/2006/main">
              <a:ext uri="{FF2B5EF4-FFF2-40B4-BE49-F238E27FC236}">
                <a16:creationId xmlns:a16="http://schemas.microsoft.com/office/drawing/2014/main" id="{A7AD7985-29AC-47F9-A4DB-72F48348CFCA}"/>
              </a:ext>
            </a:extLst>
          </p:cNvPr>
          <p:cNvSpPr>
            <a:spLocks xmlns:a="http://schemas.openxmlformats.org/drawingml/2006/main" noGrp="1"/>
          </p:cNvSpPr>
          <p:nvPr/>
        </p:nvSpPr>
        <p:spPr>
          <a:xfrm xmlns:a="http://schemas.openxmlformats.org/drawingml/2006/main">
            <a:off x="609600" y="34575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9"/>
                </a:solidFill>
                <a:latin typeface="Arial"/>
                <a:ea typeface="Arial"/>
                <a:cs typeface="Arial"/>
              </a:defRPr>
            </a:defPPr>
            <a:lvl1pPr>
              <a:defRPr sz="2175" b="1">
                <a:solidFill>
                  <a:srgbClr val="007F79"/>
                </a:solidFill>
                <a:latin typeface="Arial"/>
                <a:ea typeface="Arial"/>
                <a:cs typeface="Arial"/>
              </a:defRPr>
            </a:lvl1pPr>
            <a:lvl2pPr>
              <a:defRPr sz="2175" b="1">
                <a:solidFill>
                  <a:srgbClr val="007F79"/>
                </a:solidFill>
                <a:latin typeface="Arial"/>
                <a:ea typeface="Arial"/>
                <a:cs typeface="Arial"/>
              </a:defRPr>
            </a:lvl2pPr>
            <a:lvl3pPr>
              <a:defRPr sz="2175" b="1">
                <a:solidFill>
                  <a:srgbClr val="007F79"/>
                </a:solidFill>
                <a:latin typeface="Arial"/>
                <a:ea typeface="Arial"/>
                <a:cs typeface="Arial"/>
              </a:defRPr>
            </a:lvl3pPr>
            <a:lvl4pPr>
              <a:defRPr sz="2175" b="1">
                <a:solidFill>
                  <a:srgbClr val="007F79"/>
                </a:solidFill>
                <a:latin typeface="Arial"/>
                <a:ea typeface="Arial"/>
                <a:cs typeface="Arial"/>
              </a:defRPr>
            </a:lvl4pPr>
            <a:lvl5pPr>
              <a:defRPr sz="2175" b="1">
                <a:solidFill>
                  <a:srgbClr val="007F79"/>
                </a:solidFill>
                <a:latin typeface="Arial"/>
                <a:ea typeface="Arial"/>
                <a:cs typeface="Arial"/>
              </a:defRPr>
            </a:lvl5pPr>
            <a:lvl6pPr>
              <a:defRPr sz="2175" b="1">
                <a:solidFill>
                  <a:srgbClr val="007F79"/>
                </a:solidFill>
                <a:latin typeface="Arial"/>
                <a:ea typeface="Arial"/>
                <a:cs typeface="Arial"/>
              </a:defRPr>
            </a:lvl6pPr>
            <a:lvl7pPr>
              <a:defRPr sz="2175" b="1">
                <a:solidFill>
                  <a:srgbClr val="007F79"/>
                </a:solidFill>
                <a:latin typeface="Arial"/>
                <a:ea typeface="Arial"/>
                <a:cs typeface="Arial"/>
              </a:defRPr>
            </a:lvl7pPr>
            <a:lvl8pPr>
              <a:defRPr sz="2175" b="1">
                <a:solidFill>
                  <a:srgbClr val="007F79"/>
                </a:solidFill>
                <a:latin typeface="Arial"/>
                <a:ea typeface="Arial"/>
                <a:cs typeface="Arial"/>
              </a:defRPr>
            </a:lvl8pPr>
            <a:lvl9pPr>
              <a:defRPr sz="2175" b="1">
                <a:solidFill>
                  <a:srgbClr val="007F79"/>
                </a:solidFill>
                <a:latin typeface="Arial"/>
                <a:ea typeface="Arial"/>
                <a:cs typeface="Arial"/>
              </a:defRPr>
            </a:lvl9pPr>
          </a:lstStyle>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Demonstrated</a:t>
            </a:r>
          </a:p>
        </p:txBody>
      </p:sp>
      <p:sp>
        <p:nvSpPr>
          <p:cNvPr id="8" name="">
            <a:extLst xmlns:a="http://schemas.openxmlformats.org/drawingml/2006/main">
              <a:ext uri="{FF2B5EF4-FFF2-40B4-BE49-F238E27FC236}">
                <a16:creationId xmlns:a16="http://schemas.microsoft.com/office/drawing/2014/main" id="{F356EBDE-EB75-4B3E-BB9E-A1A447C9352D}"/>
              </a:ext>
            </a:extLst>
          </p:cNvPr>
          <p:cNvSpPr>
            <a:spLocks xmlns:a="http://schemas.openxmlformats.org/drawingml/2006/main" noGrp="1"/>
          </p:cNvSpPr>
          <p:nvPr/>
        </p:nvSpPr>
        <p:spPr>
          <a:xfrm xmlns:a="http://schemas.openxmlformats.org/drawingml/2006/main">
            <a:off x="609600" y="3952875"/>
            <a:ext cx="5334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B38"/>
                </a:solidFill>
                <a:latin typeface="Arial"/>
                <a:ea typeface="Arial"/>
                <a:cs typeface="Arial"/>
              </a:defRPr>
            </a:defPPr>
            <a:lvl1pPr>
              <a:defRPr sz="1875" b="0">
                <a:solidFill>
                  <a:srgbClr val="182B38"/>
                </a:solidFill>
                <a:latin typeface="Arial"/>
                <a:ea typeface="Arial"/>
                <a:cs typeface="Arial"/>
              </a:defRPr>
            </a:lvl1pPr>
            <a:lvl2pPr>
              <a:defRPr sz="1875" b="0">
                <a:solidFill>
                  <a:srgbClr val="182B38"/>
                </a:solidFill>
                <a:latin typeface="Arial"/>
                <a:ea typeface="Arial"/>
                <a:cs typeface="Arial"/>
              </a:defRPr>
            </a:lvl2pPr>
            <a:lvl3pPr>
              <a:defRPr sz="1875" b="0">
                <a:solidFill>
                  <a:srgbClr val="182B38"/>
                </a:solidFill>
                <a:latin typeface="Arial"/>
                <a:ea typeface="Arial"/>
                <a:cs typeface="Arial"/>
              </a:defRPr>
            </a:lvl3pPr>
            <a:lvl4pPr>
              <a:defRPr sz="1875" b="0">
                <a:solidFill>
                  <a:srgbClr val="182B38"/>
                </a:solidFill>
                <a:latin typeface="Arial"/>
                <a:ea typeface="Arial"/>
                <a:cs typeface="Arial"/>
              </a:defRPr>
            </a:lvl4pPr>
            <a:lvl5pPr>
              <a:defRPr sz="1875" b="0">
                <a:solidFill>
                  <a:srgbClr val="182B38"/>
                </a:solidFill>
                <a:latin typeface="Arial"/>
                <a:ea typeface="Arial"/>
                <a:cs typeface="Arial"/>
              </a:defRPr>
            </a:lvl5pPr>
            <a:lvl6pPr>
              <a:defRPr sz="1875" b="0">
                <a:solidFill>
                  <a:srgbClr val="182B38"/>
                </a:solidFill>
                <a:latin typeface="Arial"/>
                <a:ea typeface="Arial"/>
                <a:cs typeface="Arial"/>
              </a:defRPr>
            </a:lvl6pPr>
            <a:lvl7pPr>
              <a:defRPr sz="1875" b="0">
                <a:solidFill>
                  <a:srgbClr val="182B38"/>
                </a:solidFill>
                <a:latin typeface="Arial"/>
                <a:ea typeface="Arial"/>
                <a:cs typeface="Arial"/>
              </a:defRPr>
            </a:lvl7pPr>
            <a:lvl8pPr>
              <a:defRPr sz="1875" b="0">
                <a:solidFill>
                  <a:srgbClr val="182B38"/>
                </a:solidFill>
                <a:latin typeface="Arial"/>
                <a:ea typeface="Arial"/>
                <a:cs typeface="Arial"/>
              </a:defRPr>
            </a:lvl8pPr>
            <a:lvl9pPr>
              <a:defRPr sz="1875" b="0">
                <a:solidFill>
                  <a:srgbClr val="182B38"/>
                </a:solidFill>
                <a:latin typeface="Arial"/>
                <a:ea typeface="Arial"/>
                <a:cs typeface="Arial"/>
              </a:defRPr>
            </a:lvl9pPr>
          </a:lstStyle>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Failed candidates stay unreleased</a:t>
            </a:r>
          </a:p>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Changed candidates cannot reuse validation</a:t>
            </a:r>
          </a:p>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Consumer ranking matches source evidence</a:t>
            </a:r>
          </a:p>
        </p:txBody>
      </p:sp>
      <p:sp>
        <p:nvSpPr>
          <p:cNvPr id="9" name="">
            <a:extLst xmlns:a="http://schemas.openxmlformats.org/drawingml/2006/main">
              <a:ext uri="{FF2B5EF4-FFF2-40B4-BE49-F238E27FC236}">
                <a16:creationId xmlns:a16="http://schemas.microsoft.com/office/drawing/2014/main" id="{D1503667-32FF-4A51-8886-DF3DFDB6C9DF}"/>
              </a:ext>
            </a:extLst>
          </p:cNvPr>
          <p:cNvSpPr>
            <a:spLocks xmlns:a="http://schemas.openxmlformats.org/drawingml/2006/main" noGrp="1"/>
          </p:cNvSpPr>
          <p:nvPr/>
        </p:nvSpPr>
        <p:spPr>
          <a:xfrm xmlns:a="http://schemas.openxmlformats.org/drawingml/2006/main">
            <a:off x="6477000" y="34575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9"/>
                </a:solidFill>
                <a:latin typeface="Arial"/>
                <a:ea typeface="Arial"/>
                <a:cs typeface="Arial"/>
              </a:defRPr>
            </a:defPPr>
            <a:lvl1pPr>
              <a:defRPr sz="2175" b="1">
                <a:solidFill>
                  <a:srgbClr val="007F79"/>
                </a:solidFill>
                <a:latin typeface="Arial"/>
                <a:ea typeface="Arial"/>
                <a:cs typeface="Arial"/>
              </a:defRPr>
            </a:lvl1pPr>
            <a:lvl2pPr>
              <a:defRPr sz="2175" b="1">
                <a:solidFill>
                  <a:srgbClr val="007F79"/>
                </a:solidFill>
                <a:latin typeface="Arial"/>
                <a:ea typeface="Arial"/>
                <a:cs typeface="Arial"/>
              </a:defRPr>
            </a:lvl2pPr>
            <a:lvl3pPr>
              <a:defRPr sz="2175" b="1">
                <a:solidFill>
                  <a:srgbClr val="007F79"/>
                </a:solidFill>
                <a:latin typeface="Arial"/>
                <a:ea typeface="Arial"/>
                <a:cs typeface="Arial"/>
              </a:defRPr>
            </a:lvl3pPr>
            <a:lvl4pPr>
              <a:defRPr sz="2175" b="1">
                <a:solidFill>
                  <a:srgbClr val="007F79"/>
                </a:solidFill>
                <a:latin typeface="Arial"/>
                <a:ea typeface="Arial"/>
                <a:cs typeface="Arial"/>
              </a:defRPr>
            </a:lvl4pPr>
            <a:lvl5pPr>
              <a:defRPr sz="2175" b="1">
                <a:solidFill>
                  <a:srgbClr val="007F79"/>
                </a:solidFill>
                <a:latin typeface="Arial"/>
                <a:ea typeface="Arial"/>
                <a:cs typeface="Arial"/>
              </a:defRPr>
            </a:lvl5pPr>
            <a:lvl6pPr>
              <a:defRPr sz="2175" b="1">
                <a:solidFill>
                  <a:srgbClr val="007F79"/>
                </a:solidFill>
                <a:latin typeface="Arial"/>
                <a:ea typeface="Arial"/>
                <a:cs typeface="Arial"/>
              </a:defRPr>
            </a:lvl6pPr>
            <a:lvl7pPr>
              <a:defRPr sz="2175" b="1">
                <a:solidFill>
                  <a:srgbClr val="007F79"/>
                </a:solidFill>
                <a:latin typeface="Arial"/>
                <a:ea typeface="Arial"/>
                <a:cs typeface="Arial"/>
              </a:defRPr>
            </a:lvl7pPr>
            <a:lvl8pPr>
              <a:defRPr sz="2175" b="1">
                <a:solidFill>
                  <a:srgbClr val="007F79"/>
                </a:solidFill>
                <a:latin typeface="Arial"/>
                <a:ea typeface="Arial"/>
                <a:cs typeface="Arial"/>
              </a:defRPr>
            </a:lvl8pPr>
            <a:lvl9pPr>
              <a:defRPr sz="2175" b="1">
                <a:solidFill>
                  <a:srgbClr val="007F79"/>
                </a:solidFill>
                <a:latin typeface="Arial"/>
                <a:ea typeface="Arial"/>
                <a:cs typeface="Arial"/>
              </a:defRPr>
            </a:lvl9pPr>
          </a:lstStyle>
          <a:p xmlns:a="http://schemas.openxmlformats.org/drawingml/2006/main">
            <a:pPr>
              <a:defRPr sz="2175" b="1">
                <a:solidFill>
                  <a:srgbClr val="007F79"/>
                </a:solidFill>
                <a:latin typeface="Arial"/>
                <a:ea typeface="Arial"/>
                <a:cs typeface="Arial"/>
              </a:defRPr>
            </a:pPr>
            <a:r>
              <a:rPr sz="2175" b="1">
                <a:solidFill>
                  <a:srgbClr val="007F79"/>
                </a:solidFill>
                <a:latin typeface="Arial"/>
                <a:ea typeface="Arial"/>
                <a:cs typeface="Arial"/>
              </a:rPr>
              <a:t>Native evaluations</a:t>
            </a:r>
          </a:p>
        </p:txBody>
      </p:sp>
      <p:sp>
        <p:nvSpPr>
          <p:cNvPr id="10" name="">
            <a:extLst xmlns:a="http://schemas.openxmlformats.org/drawingml/2006/main">
              <a:ext uri="{FF2B5EF4-FFF2-40B4-BE49-F238E27FC236}">
                <a16:creationId xmlns:a16="http://schemas.microsoft.com/office/drawing/2014/main" id="{00FCF15C-43E3-446C-8EBB-3BF35E9C9E9F}"/>
              </a:ext>
            </a:extLst>
          </p:cNvPr>
          <p:cNvSpPr>
            <a:spLocks xmlns:a="http://schemas.openxmlformats.org/drawingml/2006/main" noGrp="1"/>
          </p:cNvSpPr>
          <p:nvPr/>
        </p:nvSpPr>
        <p:spPr>
          <a:xfrm xmlns:a="http://schemas.openxmlformats.org/drawingml/2006/main">
            <a:off x="6477000" y="395287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B38"/>
                </a:solidFill>
                <a:latin typeface="Arial"/>
                <a:ea typeface="Arial"/>
                <a:cs typeface="Arial"/>
              </a:defRPr>
            </a:defPPr>
            <a:lvl1pPr>
              <a:defRPr sz="1875" b="0">
                <a:solidFill>
                  <a:srgbClr val="182B38"/>
                </a:solidFill>
                <a:latin typeface="Arial"/>
                <a:ea typeface="Arial"/>
                <a:cs typeface="Arial"/>
              </a:defRPr>
            </a:lvl1pPr>
            <a:lvl2pPr>
              <a:defRPr sz="1875" b="0">
                <a:solidFill>
                  <a:srgbClr val="182B38"/>
                </a:solidFill>
                <a:latin typeface="Arial"/>
                <a:ea typeface="Arial"/>
                <a:cs typeface="Arial"/>
              </a:defRPr>
            </a:lvl2pPr>
            <a:lvl3pPr>
              <a:defRPr sz="1875" b="0">
                <a:solidFill>
                  <a:srgbClr val="182B38"/>
                </a:solidFill>
                <a:latin typeface="Arial"/>
                <a:ea typeface="Arial"/>
                <a:cs typeface="Arial"/>
              </a:defRPr>
            </a:lvl3pPr>
            <a:lvl4pPr>
              <a:defRPr sz="1875" b="0">
                <a:solidFill>
                  <a:srgbClr val="182B38"/>
                </a:solidFill>
                <a:latin typeface="Arial"/>
                <a:ea typeface="Arial"/>
                <a:cs typeface="Arial"/>
              </a:defRPr>
            </a:lvl4pPr>
            <a:lvl5pPr>
              <a:defRPr sz="1875" b="0">
                <a:solidFill>
                  <a:srgbClr val="182B38"/>
                </a:solidFill>
                <a:latin typeface="Arial"/>
                <a:ea typeface="Arial"/>
                <a:cs typeface="Arial"/>
              </a:defRPr>
            </a:lvl5pPr>
            <a:lvl6pPr>
              <a:defRPr sz="1875" b="0">
                <a:solidFill>
                  <a:srgbClr val="182B38"/>
                </a:solidFill>
                <a:latin typeface="Arial"/>
                <a:ea typeface="Arial"/>
                <a:cs typeface="Arial"/>
              </a:defRPr>
            </a:lvl6pPr>
            <a:lvl7pPr>
              <a:defRPr sz="1875" b="0">
                <a:solidFill>
                  <a:srgbClr val="182B38"/>
                </a:solidFill>
                <a:latin typeface="Arial"/>
                <a:ea typeface="Arial"/>
                <a:cs typeface="Arial"/>
              </a:defRPr>
            </a:lvl7pPr>
            <a:lvl8pPr>
              <a:defRPr sz="1875" b="0">
                <a:solidFill>
                  <a:srgbClr val="182B38"/>
                </a:solidFill>
                <a:latin typeface="Arial"/>
                <a:ea typeface="Arial"/>
                <a:cs typeface="Arial"/>
              </a:defRPr>
            </a:lvl8pPr>
            <a:lvl9pPr>
              <a:defRPr sz="1875" b="0">
                <a:solidFill>
                  <a:srgbClr val="182B38"/>
                </a:solidFill>
                <a:latin typeface="Arial"/>
                <a:ea typeface="Arial"/>
                <a:cs typeface="Arial"/>
              </a:defRPr>
            </a:lvl9pPr>
          </a:lstStyle>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Two read-only cases per agent</a:t>
            </a:r>
          </a:p>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All four answers scored 1.00</a:t>
            </a:r>
          </a:p>
          <a:p xmlns:a="http://schemas.openxmlformats.org/drawingml/2006/main">
            <a:pPr>
              <a:defRPr sz="1875" b="0">
                <a:solidFill>
                  <a:srgbClr val="182B38"/>
                </a:solidFill>
                <a:latin typeface="Arial"/>
                <a:ea typeface="Arial"/>
                <a:cs typeface="Arial"/>
              </a:defRPr>
            </a:pPr>
            <a:r>
              <a:rPr sz="1875" b="0">
                <a:solidFill>
                  <a:srgbClr val="182B38"/>
                </a:solidFill>
                <a:latin typeface="Arial"/>
                <a:ea typeface="Arial"/>
                <a:cs typeface="Arial"/>
              </a:rPr>
              <a:t>One builder consistency score: 0.67</a:t>
            </a:r>
          </a:p>
        </p:txBody>
      </p:sp>
      <p:sp>
        <p:nvSpPr>
          <p:cNvPr id="11" name="">
            <a:extLst xmlns:a="http://schemas.openxmlformats.org/drawingml/2006/main">
              <a:ext uri="{FF2B5EF4-FFF2-40B4-BE49-F238E27FC236}">
                <a16:creationId xmlns:a16="http://schemas.microsoft.com/office/drawing/2014/main" id="{1A65B425-D467-4021-BBF8-7388F8302221}"/>
              </a:ext>
            </a:extLst>
          </p:cNvPr>
          <p:cNvSpPr>
            <a:spLocks xmlns:a="http://schemas.openxmlformats.org/drawingml/2006/main" noGrp="1"/>
          </p:cNvSpPr>
          <p:nvPr/>
        </p:nvSpPr>
        <p:spPr>
          <a:xfrm xmlns:a="http://schemas.openxmlformats.org/drawingml/2006/main">
            <a:off x="609600" y="56197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4"/>
                </a:solidFill>
                <a:latin typeface="Arial"/>
                <a:ea typeface="Arial"/>
                <a:cs typeface="Arial"/>
              </a:defRPr>
            </a:defPPr>
            <a:lvl1pPr>
              <a:defRPr sz="1725" b="0">
                <a:solidFill>
                  <a:srgbClr val="536574"/>
                </a:solidFill>
                <a:latin typeface="Arial"/>
                <a:ea typeface="Arial"/>
                <a:cs typeface="Arial"/>
              </a:defRPr>
            </a:lvl1pPr>
            <a:lvl2pPr>
              <a:defRPr sz="1725" b="0">
                <a:solidFill>
                  <a:srgbClr val="536574"/>
                </a:solidFill>
                <a:latin typeface="Arial"/>
                <a:ea typeface="Arial"/>
                <a:cs typeface="Arial"/>
              </a:defRPr>
            </a:lvl2pPr>
            <a:lvl3pPr>
              <a:defRPr sz="1725" b="0">
                <a:solidFill>
                  <a:srgbClr val="536574"/>
                </a:solidFill>
                <a:latin typeface="Arial"/>
                <a:ea typeface="Arial"/>
                <a:cs typeface="Arial"/>
              </a:defRPr>
            </a:lvl3pPr>
            <a:lvl4pPr>
              <a:defRPr sz="1725" b="0">
                <a:solidFill>
                  <a:srgbClr val="536574"/>
                </a:solidFill>
                <a:latin typeface="Arial"/>
                <a:ea typeface="Arial"/>
                <a:cs typeface="Arial"/>
              </a:defRPr>
            </a:lvl4pPr>
            <a:lvl5pPr>
              <a:defRPr sz="1725" b="0">
                <a:solidFill>
                  <a:srgbClr val="536574"/>
                </a:solidFill>
                <a:latin typeface="Arial"/>
                <a:ea typeface="Arial"/>
                <a:cs typeface="Arial"/>
              </a:defRPr>
            </a:lvl5pPr>
            <a:lvl6pPr>
              <a:defRPr sz="1725" b="0">
                <a:solidFill>
                  <a:srgbClr val="536574"/>
                </a:solidFill>
                <a:latin typeface="Arial"/>
                <a:ea typeface="Arial"/>
                <a:cs typeface="Arial"/>
              </a:defRPr>
            </a:lvl6pPr>
            <a:lvl7pPr>
              <a:defRPr sz="1725" b="0">
                <a:solidFill>
                  <a:srgbClr val="536574"/>
                </a:solidFill>
                <a:latin typeface="Arial"/>
                <a:ea typeface="Arial"/>
                <a:cs typeface="Arial"/>
              </a:defRPr>
            </a:lvl7pPr>
            <a:lvl8pPr>
              <a:defRPr sz="1725" b="0">
                <a:solidFill>
                  <a:srgbClr val="536574"/>
                </a:solidFill>
                <a:latin typeface="Arial"/>
                <a:ea typeface="Arial"/>
                <a:cs typeface="Arial"/>
              </a:defRPr>
            </a:lvl8pPr>
            <a:lvl9pPr>
              <a:defRPr sz="1725" b="0">
                <a:solidFill>
                  <a:srgbClr val="536574"/>
                </a:solidFill>
                <a:latin typeface="Arial"/>
                <a:ea typeface="Arial"/>
                <a:cs typeface="Arial"/>
              </a:defRPr>
            </a:lvl9pPr>
          </a:lstStyle>
          <a:p xmlns:a="http://schemas.openxmlformats.org/drawingml/2006/main">
            <a:pPr>
              <a:defRPr sz="1725" b="0">
                <a:solidFill>
                  <a:srgbClr val="536574"/>
                </a:solidFill>
                <a:latin typeface="Arial"/>
                <a:ea typeface="Arial"/>
                <a:cs typeface="Arial"/>
              </a:defRPr>
            </a:pPr>
            <a:r>
              <a:rPr sz="1725" b="0">
                <a:solidFill>
                  <a:srgbClr val="536574"/>
                </a:solidFill>
                <a:latin typeface="Arial"/>
                <a:ea typeface="Arial"/>
                <a:cs typeface="Arial"/>
              </a:rPr>
              <a:t>Historical tests are scoped to their revisions. Fresh native sample: two cases per agent.</a:t>
            </a:r>
          </a:p>
        </p:txBody>
      </p:sp>
    </p:spTree>
    <p:extLst>
      <p:ext uri="{BB962C8B-B14F-4D97-AF65-F5344CB8AC3E}">
        <p14:creationId xmlns:p14="http://schemas.microsoft.com/office/powerpoint/2010/main" val="199201275"/>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72BA66-E29A-4662-9A78-6054F7CD1630}"/>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38"/>
                </a:solidFill>
                <a:latin typeface="Arial"/>
                <a:ea typeface="Arial"/>
                <a:cs typeface="Arial"/>
              </a:defRPr>
            </a:defPPr>
            <a:lvl1pPr>
              <a:defRPr sz="3300" b="1">
                <a:solidFill>
                  <a:srgbClr val="182B38"/>
                </a:solidFill>
                <a:latin typeface="Arial"/>
                <a:ea typeface="Arial"/>
                <a:cs typeface="Arial"/>
              </a:defRPr>
            </a:lvl1pPr>
            <a:lvl2pPr>
              <a:defRPr sz="3300" b="1">
                <a:solidFill>
                  <a:srgbClr val="182B38"/>
                </a:solidFill>
                <a:latin typeface="Arial"/>
                <a:ea typeface="Arial"/>
                <a:cs typeface="Arial"/>
              </a:defRPr>
            </a:lvl2pPr>
            <a:lvl3pPr>
              <a:defRPr sz="3300" b="1">
                <a:solidFill>
                  <a:srgbClr val="182B38"/>
                </a:solidFill>
                <a:latin typeface="Arial"/>
                <a:ea typeface="Arial"/>
                <a:cs typeface="Arial"/>
              </a:defRPr>
            </a:lvl3pPr>
            <a:lvl4pPr>
              <a:defRPr sz="3300" b="1">
                <a:solidFill>
                  <a:srgbClr val="182B38"/>
                </a:solidFill>
                <a:latin typeface="Arial"/>
                <a:ea typeface="Arial"/>
                <a:cs typeface="Arial"/>
              </a:defRPr>
            </a:lvl4pPr>
            <a:lvl5pPr>
              <a:defRPr sz="3300" b="1">
                <a:solidFill>
                  <a:srgbClr val="182B38"/>
                </a:solidFill>
                <a:latin typeface="Arial"/>
                <a:ea typeface="Arial"/>
                <a:cs typeface="Arial"/>
              </a:defRPr>
            </a:lvl5pPr>
            <a:lvl6pPr>
              <a:defRPr sz="3300" b="1">
                <a:solidFill>
                  <a:srgbClr val="182B38"/>
                </a:solidFill>
                <a:latin typeface="Arial"/>
                <a:ea typeface="Arial"/>
                <a:cs typeface="Arial"/>
              </a:defRPr>
            </a:lvl6pPr>
            <a:lvl7pPr>
              <a:defRPr sz="3300" b="1">
                <a:solidFill>
                  <a:srgbClr val="182B38"/>
                </a:solidFill>
                <a:latin typeface="Arial"/>
                <a:ea typeface="Arial"/>
                <a:cs typeface="Arial"/>
              </a:defRPr>
            </a:lvl7pPr>
            <a:lvl8pPr>
              <a:defRPr sz="3300" b="1">
                <a:solidFill>
                  <a:srgbClr val="182B38"/>
                </a:solidFill>
                <a:latin typeface="Arial"/>
                <a:ea typeface="Arial"/>
                <a:cs typeface="Arial"/>
              </a:defRPr>
            </a:lvl8pPr>
            <a:lvl9pPr>
              <a:defRPr sz="3300" b="1">
                <a:solidFill>
                  <a:srgbClr val="182B38"/>
                </a:solidFill>
                <a:latin typeface="Arial"/>
                <a:ea typeface="Arial"/>
                <a:cs typeface="Arial"/>
              </a:defRPr>
            </a:lvl9pPr>
          </a:lstStyle>
          <a:p xmlns:a="http://schemas.openxmlformats.org/drawingml/2006/main">
            <a:pPr>
              <a:defRPr sz="3300" b="1">
                <a:solidFill>
                  <a:srgbClr val="182B38"/>
                </a:solidFill>
                <a:latin typeface="Arial"/>
                <a:ea typeface="Arial"/>
                <a:cs typeface="Arial"/>
              </a:defRPr>
            </a:pPr>
            <a:r>
              <a:rPr sz="3300" b="1">
                <a:solidFill>
                  <a:srgbClr val="182B38"/>
                </a:solidFill>
                <a:latin typeface="Arial"/>
                <a:ea typeface="Arial"/>
                <a:cs typeface="Arial"/>
              </a:rPr>
              <a:t>Learning: verify evidence before deciding</a:t>
            </a:r>
          </a:p>
        </p:txBody>
      </p:sp>
      <p:sp>
        <p:nvSpPr>
          <p:cNvPr id="2" name="">
            <a:extLst xmlns:a="http://schemas.openxmlformats.org/drawingml/2006/main">
              <a:ext uri="{FF2B5EF4-FFF2-40B4-BE49-F238E27FC236}">
                <a16:creationId xmlns:a16="http://schemas.microsoft.com/office/drawing/2014/main" id="{0986C855-2CDB-4BE1-B67B-9E92F6C04F69}"/>
              </a:ext>
            </a:extLst>
          </p:cNvPr>
          <p:cNvSpPr>
            <a:spLocks xmlns:a="http://schemas.openxmlformats.org/drawingml/2006/main" noGrp="1"/>
          </p:cNvSpPr>
          <p:nvPr/>
        </p:nvSpPr>
        <p:spPr>
          <a:xfrm xmlns:a="http://schemas.openxmlformats.org/drawingml/2006/main">
            <a:off x="609600" y="6372225"/>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4"/>
                </a:solidFill>
                <a:latin typeface="Arial"/>
                <a:ea typeface="Arial"/>
                <a:cs typeface="Arial"/>
              </a:defRPr>
            </a:defPPr>
            <a:lvl1pPr>
              <a:defRPr sz="1350" b="0">
                <a:solidFill>
                  <a:srgbClr val="536574"/>
                </a:solidFill>
                <a:latin typeface="Arial"/>
                <a:ea typeface="Arial"/>
                <a:cs typeface="Arial"/>
              </a:defRPr>
            </a:lvl1pPr>
            <a:lvl2pPr>
              <a:defRPr sz="1350" b="0">
                <a:solidFill>
                  <a:srgbClr val="536574"/>
                </a:solidFill>
                <a:latin typeface="Arial"/>
                <a:ea typeface="Arial"/>
                <a:cs typeface="Arial"/>
              </a:defRPr>
            </a:lvl2pPr>
            <a:lvl3pPr>
              <a:defRPr sz="1350" b="0">
                <a:solidFill>
                  <a:srgbClr val="536574"/>
                </a:solidFill>
                <a:latin typeface="Arial"/>
                <a:ea typeface="Arial"/>
                <a:cs typeface="Arial"/>
              </a:defRPr>
            </a:lvl3pPr>
            <a:lvl4pPr>
              <a:defRPr sz="1350" b="0">
                <a:solidFill>
                  <a:srgbClr val="536574"/>
                </a:solidFill>
                <a:latin typeface="Arial"/>
                <a:ea typeface="Arial"/>
                <a:cs typeface="Arial"/>
              </a:defRPr>
            </a:lvl4pPr>
            <a:lvl5pPr>
              <a:defRPr sz="1350" b="0">
                <a:solidFill>
                  <a:srgbClr val="536574"/>
                </a:solidFill>
                <a:latin typeface="Arial"/>
                <a:ea typeface="Arial"/>
                <a:cs typeface="Arial"/>
              </a:defRPr>
            </a:lvl5pPr>
            <a:lvl6pPr>
              <a:defRPr sz="1350" b="0">
                <a:solidFill>
                  <a:srgbClr val="536574"/>
                </a:solidFill>
                <a:latin typeface="Arial"/>
                <a:ea typeface="Arial"/>
                <a:cs typeface="Arial"/>
              </a:defRPr>
            </a:lvl6pPr>
            <a:lvl7pPr>
              <a:defRPr sz="1350" b="0">
                <a:solidFill>
                  <a:srgbClr val="536574"/>
                </a:solidFill>
                <a:latin typeface="Arial"/>
                <a:ea typeface="Arial"/>
                <a:cs typeface="Arial"/>
              </a:defRPr>
            </a:lvl7pPr>
            <a:lvl8pPr>
              <a:defRPr sz="1350" b="0">
                <a:solidFill>
                  <a:srgbClr val="536574"/>
                </a:solidFill>
                <a:latin typeface="Arial"/>
                <a:ea typeface="Arial"/>
                <a:cs typeface="Arial"/>
              </a:defRPr>
            </a:lvl8pPr>
            <a:lvl9pPr>
              <a:defRPr sz="1350" b="0">
                <a:solidFill>
                  <a:srgbClr val="536574"/>
                </a:solidFill>
                <a:latin typeface="Arial"/>
                <a:ea typeface="Arial"/>
                <a:cs typeface="Arial"/>
              </a:defRPr>
            </a:lvl9pPr>
          </a:lstStyle>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Synthetic Northstar Supply data. No company data or personal information.</a:t>
            </a:r>
          </a:p>
        </p:txBody>
      </p:sp>
      <p:sp>
        <p:nvSpPr>
          <p:cNvPr id="3" name="">
            <a:extLst xmlns:a="http://schemas.openxmlformats.org/drawingml/2006/main">
              <a:ext uri="{FF2B5EF4-FFF2-40B4-BE49-F238E27FC236}">
                <a16:creationId xmlns:a16="http://schemas.microsoft.com/office/drawing/2014/main" id="{49F720BA-FD0B-4A02-B211-E1F508FC686E}"/>
              </a:ext>
            </a:extLst>
          </p:cNvPr>
          <p:cNvSpPr>
            <a:spLocks xmlns:a="http://schemas.openxmlformats.org/drawingml/2006/main" noGrp="1"/>
          </p:cNvSpPr>
          <p:nvPr/>
        </p:nvSpPr>
        <p:spPr>
          <a:xfrm xmlns:a="http://schemas.openxmlformats.org/drawingml/2006/main">
            <a:off x="609600" y="1381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9"/>
                </a:solidFill>
                <a:latin typeface="Arial"/>
                <a:ea typeface="Arial"/>
                <a:cs typeface="Arial"/>
              </a:defRPr>
            </a:defPPr>
            <a:lvl1pPr>
              <a:defRPr sz="2250" b="1">
                <a:solidFill>
                  <a:srgbClr val="007F79"/>
                </a:solidFill>
                <a:latin typeface="Arial"/>
                <a:ea typeface="Arial"/>
                <a:cs typeface="Arial"/>
              </a:defRPr>
            </a:lvl1pPr>
            <a:lvl2pPr>
              <a:defRPr sz="2250" b="1">
                <a:solidFill>
                  <a:srgbClr val="007F79"/>
                </a:solidFill>
                <a:latin typeface="Arial"/>
                <a:ea typeface="Arial"/>
                <a:cs typeface="Arial"/>
              </a:defRPr>
            </a:lvl2pPr>
            <a:lvl3pPr>
              <a:defRPr sz="2250" b="1">
                <a:solidFill>
                  <a:srgbClr val="007F79"/>
                </a:solidFill>
                <a:latin typeface="Arial"/>
                <a:ea typeface="Arial"/>
                <a:cs typeface="Arial"/>
              </a:defRPr>
            </a:lvl3pPr>
            <a:lvl4pPr>
              <a:defRPr sz="2250" b="1">
                <a:solidFill>
                  <a:srgbClr val="007F79"/>
                </a:solidFill>
                <a:latin typeface="Arial"/>
                <a:ea typeface="Arial"/>
                <a:cs typeface="Arial"/>
              </a:defRPr>
            </a:lvl4pPr>
            <a:lvl5pPr>
              <a:defRPr sz="2250" b="1">
                <a:solidFill>
                  <a:srgbClr val="007F79"/>
                </a:solidFill>
                <a:latin typeface="Arial"/>
                <a:ea typeface="Arial"/>
                <a:cs typeface="Arial"/>
              </a:defRPr>
            </a:lvl5pPr>
            <a:lvl6pPr>
              <a:defRPr sz="2250" b="1">
                <a:solidFill>
                  <a:srgbClr val="007F79"/>
                </a:solidFill>
                <a:latin typeface="Arial"/>
                <a:ea typeface="Arial"/>
                <a:cs typeface="Arial"/>
              </a:defRPr>
            </a:lvl6pPr>
            <a:lvl7pPr>
              <a:defRPr sz="2250" b="1">
                <a:solidFill>
                  <a:srgbClr val="007F79"/>
                </a:solidFill>
                <a:latin typeface="Arial"/>
                <a:ea typeface="Arial"/>
                <a:cs typeface="Arial"/>
              </a:defRPr>
            </a:lvl7pPr>
            <a:lvl8pPr>
              <a:defRPr sz="2250" b="1">
                <a:solidFill>
                  <a:srgbClr val="007F79"/>
                </a:solidFill>
                <a:latin typeface="Arial"/>
                <a:ea typeface="Arial"/>
                <a:cs typeface="Arial"/>
              </a:defRPr>
            </a:lvl8pPr>
            <a:lvl9pPr>
              <a:defRPr sz="2250" b="1">
                <a:solidFill>
                  <a:srgbClr val="007F79"/>
                </a:solidFill>
                <a:latin typeface="Arial"/>
                <a:ea typeface="Arial"/>
                <a:cs typeface="Arial"/>
              </a:defRPr>
            </a:lvl9pPr>
          </a:lstStyle>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Observed</a:t>
            </a:r>
          </a:p>
        </p:txBody>
      </p:sp>
      <p:sp>
        <p:nvSpPr>
          <p:cNvPr id="4" name="">
            <a:extLst xmlns:a="http://schemas.openxmlformats.org/drawingml/2006/main">
              <a:ext uri="{FF2B5EF4-FFF2-40B4-BE49-F238E27FC236}">
                <a16:creationId xmlns:a16="http://schemas.microsoft.com/office/drawing/2014/main" id="{50918C49-7E82-4D3F-8BBD-990AA16EBD3C}"/>
              </a:ext>
            </a:extLst>
          </p:cNvPr>
          <p:cNvSpPr>
            <a:spLocks xmlns:a="http://schemas.openxmlformats.org/drawingml/2006/main" noGrp="1"/>
          </p:cNvSpPr>
          <p:nvPr/>
        </p:nvSpPr>
        <p:spPr>
          <a:xfrm xmlns:a="http://schemas.openxmlformats.org/drawingml/2006/main">
            <a:off x="609600" y="1952625"/>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B38"/>
                </a:solidFill>
                <a:latin typeface="Arial"/>
                <a:ea typeface="Arial"/>
                <a:cs typeface="Arial"/>
              </a:defRPr>
            </a:defPPr>
            <a:lvl1pPr>
              <a:defRPr sz="2175" b="0">
                <a:solidFill>
                  <a:srgbClr val="182B38"/>
                </a:solidFill>
                <a:latin typeface="Arial"/>
                <a:ea typeface="Arial"/>
                <a:cs typeface="Arial"/>
              </a:defRPr>
            </a:lvl1pPr>
            <a:lvl2pPr>
              <a:defRPr sz="2175" b="0">
                <a:solidFill>
                  <a:srgbClr val="182B38"/>
                </a:solidFill>
                <a:latin typeface="Arial"/>
                <a:ea typeface="Arial"/>
                <a:cs typeface="Arial"/>
              </a:defRPr>
            </a:lvl2pPr>
            <a:lvl3pPr>
              <a:defRPr sz="2175" b="0">
                <a:solidFill>
                  <a:srgbClr val="182B38"/>
                </a:solidFill>
                <a:latin typeface="Arial"/>
                <a:ea typeface="Arial"/>
                <a:cs typeface="Arial"/>
              </a:defRPr>
            </a:lvl3pPr>
            <a:lvl4pPr>
              <a:defRPr sz="2175" b="0">
                <a:solidFill>
                  <a:srgbClr val="182B38"/>
                </a:solidFill>
                <a:latin typeface="Arial"/>
                <a:ea typeface="Arial"/>
                <a:cs typeface="Arial"/>
              </a:defRPr>
            </a:lvl4pPr>
            <a:lvl5pPr>
              <a:defRPr sz="2175" b="0">
                <a:solidFill>
                  <a:srgbClr val="182B38"/>
                </a:solidFill>
                <a:latin typeface="Arial"/>
                <a:ea typeface="Arial"/>
                <a:cs typeface="Arial"/>
              </a:defRPr>
            </a:lvl5pPr>
            <a:lvl6pPr>
              <a:defRPr sz="2175" b="0">
                <a:solidFill>
                  <a:srgbClr val="182B38"/>
                </a:solidFill>
                <a:latin typeface="Arial"/>
                <a:ea typeface="Arial"/>
                <a:cs typeface="Arial"/>
              </a:defRPr>
            </a:lvl6pPr>
            <a:lvl7pPr>
              <a:defRPr sz="2175" b="0">
                <a:solidFill>
                  <a:srgbClr val="182B38"/>
                </a:solidFill>
                <a:latin typeface="Arial"/>
                <a:ea typeface="Arial"/>
                <a:cs typeface="Arial"/>
              </a:defRPr>
            </a:lvl7pPr>
            <a:lvl8pPr>
              <a:defRPr sz="2175" b="0">
                <a:solidFill>
                  <a:srgbClr val="182B38"/>
                </a:solidFill>
                <a:latin typeface="Arial"/>
                <a:ea typeface="Arial"/>
                <a:cs typeface="Arial"/>
              </a:defRPr>
            </a:lvl8pPr>
            <a:lvl9pPr>
              <a:defRPr sz="2175" b="0">
                <a:solidFill>
                  <a:srgbClr val="182B38"/>
                </a:solidFill>
                <a:latin typeface="Arial"/>
                <a:ea typeface="Arial"/>
                <a:cs typeface="Arial"/>
              </a:defRPr>
            </a:lvl9pPr>
          </a:lstStyle>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A Builder citation used a search hit</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without retrieving the full definition.</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Native consistency score: 0.67.</a:t>
            </a:r>
          </a:p>
        </p:txBody>
      </p:sp>
      <p:sp>
        <p:nvSpPr>
          <p:cNvPr id="5" name="">
            <a:extLst xmlns:a="http://schemas.openxmlformats.org/drawingml/2006/main">
              <a:ext uri="{FF2B5EF4-FFF2-40B4-BE49-F238E27FC236}">
                <a16:creationId xmlns:a16="http://schemas.microsoft.com/office/drawing/2014/main" id="{19B3F879-9677-409F-AF08-5476132B4B9E}"/>
              </a:ext>
            </a:extLst>
          </p:cNvPr>
          <p:cNvSpPr>
            <a:spLocks xmlns:a="http://schemas.openxmlformats.org/drawingml/2006/main" noGrp="1"/>
          </p:cNvSpPr>
          <p:nvPr/>
        </p:nvSpPr>
        <p:spPr>
          <a:xfrm xmlns:a="http://schemas.openxmlformats.org/drawingml/2006/main">
            <a:off x="6477000" y="1381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F79"/>
                </a:solidFill>
                <a:latin typeface="Arial"/>
                <a:ea typeface="Arial"/>
                <a:cs typeface="Arial"/>
              </a:defRPr>
            </a:defPPr>
            <a:lvl1pPr>
              <a:defRPr sz="2250" b="1">
                <a:solidFill>
                  <a:srgbClr val="007F79"/>
                </a:solidFill>
                <a:latin typeface="Arial"/>
                <a:ea typeface="Arial"/>
                <a:cs typeface="Arial"/>
              </a:defRPr>
            </a:lvl1pPr>
            <a:lvl2pPr>
              <a:defRPr sz="2250" b="1">
                <a:solidFill>
                  <a:srgbClr val="007F79"/>
                </a:solidFill>
                <a:latin typeface="Arial"/>
                <a:ea typeface="Arial"/>
                <a:cs typeface="Arial"/>
              </a:defRPr>
            </a:lvl2pPr>
            <a:lvl3pPr>
              <a:defRPr sz="2250" b="1">
                <a:solidFill>
                  <a:srgbClr val="007F79"/>
                </a:solidFill>
                <a:latin typeface="Arial"/>
                <a:ea typeface="Arial"/>
                <a:cs typeface="Arial"/>
              </a:defRPr>
            </a:lvl3pPr>
            <a:lvl4pPr>
              <a:defRPr sz="2250" b="1">
                <a:solidFill>
                  <a:srgbClr val="007F79"/>
                </a:solidFill>
                <a:latin typeface="Arial"/>
                <a:ea typeface="Arial"/>
                <a:cs typeface="Arial"/>
              </a:defRPr>
            </a:lvl4pPr>
            <a:lvl5pPr>
              <a:defRPr sz="2250" b="1">
                <a:solidFill>
                  <a:srgbClr val="007F79"/>
                </a:solidFill>
                <a:latin typeface="Arial"/>
                <a:ea typeface="Arial"/>
                <a:cs typeface="Arial"/>
              </a:defRPr>
            </a:lvl5pPr>
            <a:lvl6pPr>
              <a:defRPr sz="2250" b="1">
                <a:solidFill>
                  <a:srgbClr val="007F79"/>
                </a:solidFill>
                <a:latin typeface="Arial"/>
                <a:ea typeface="Arial"/>
                <a:cs typeface="Arial"/>
              </a:defRPr>
            </a:lvl6pPr>
            <a:lvl7pPr>
              <a:defRPr sz="2250" b="1">
                <a:solidFill>
                  <a:srgbClr val="007F79"/>
                </a:solidFill>
                <a:latin typeface="Arial"/>
                <a:ea typeface="Arial"/>
                <a:cs typeface="Arial"/>
              </a:defRPr>
            </a:lvl7pPr>
            <a:lvl8pPr>
              <a:defRPr sz="2250" b="1">
                <a:solidFill>
                  <a:srgbClr val="007F79"/>
                </a:solidFill>
                <a:latin typeface="Arial"/>
                <a:ea typeface="Arial"/>
                <a:cs typeface="Arial"/>
              </a:defRPr>
            </a:lvl8pPr>
            <a:lvl9pPr>
              <a:defRPr sz="2250" b="1">
                <a:solidFill>
                  <a:srgbClr val="007F79"/>
                </a:solidFill>
                <a:latin typeface="Arial"/>
                <a:ea typeface="Arial"/>
                <a:cs typeface="Arial"/>
              </a:defRPr>
            </a:lvl9pPr>
          </a:lstStyle>
          <a:p xmlns:a="http://schemas.openxmlformats.org/drawingml/2006/main">
            <a:pPr>
              <a:defRPr sz="2250" b="1">
                <a:solidFill>
                  <a:srgbClr val="007F79"/>
                </a:solidFill>
                <a:latin typeface="Arial"/>
                <a:ea typeface="Arial"/>
                <a:cs typeface="Arial"/>
              </a:defRPr>
            </a:pPr>
            <a:r>
              <a:rPr sz="2250" b="1">
                <a:solidFill>
                  <a:srgbClr val="007F79"/>
                </a:solidFill>
                <a:latin typeface="Arial"/>
                <a:ea typeface="Arial"/>
                <a:cs typeface="Arial"/>
              </a:rPr>
              <a:t>Future experiment</a:t>
            </a:r>
          </a:p>
        </p:txBody>
      </p:sp>
      <p:sp>
        <p:nvSpPr>
          <p:cNvPr id="6" name="">
            <a:extLst xmlns:a="http://schemas.openxmlformats.org/drawingml/2006/main">
              <a:ext uri="{FF2B5EF4-FFF2-40B4-BE49-F238E27FC236}">
                <a16:creationId xmlns:a16="http://schemas.microsoft.com/office/drawing/2014/main" id="{FEB357CD-CB46-494D-BDFB-55513525289E}"/>
              </a:ext>
            </a:extLst>
          </p:cNvPr>
          <p:cNvSpPr>
            <a:spLocks xmlns:a="http://schemas.openxmlformats.org/drawingml/2006/main" noGrp="1"/>
          </p:cNvSpPr>
          <p:nvPr/>
        </p:nvSpPr>
        <p:spPr>
          <a:xfrm xmlns:a="http://schemas.openxmlformats.org/drawingml/2006/main">
            <a:off x="6477000" y="1952625"/>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B38"/>
                </a:solidFill>
                <a:latin typeface="Arial"/>
                <a:ea typeface="Arial"/>
                <a:cs typeface="Arial"/>
              </a:defRPr>
            </a:defPPr>
            <a:lvl1pPr>
              <a:defRPr sz="2175" b="0">
                <a:solidFill>
                  <a:srgbClr val="182B38"/>
                </a:solidFill>
                <a:latin typeface="Arial"/>
                <a:ea typeface="Arial"/>
                <a:cs typeface="Arial"/>
              </a:defRPr>
            </a:lvl1pPr>
            <a:lvl2pPr>
              <a:defRPr sz="2175" b="0">
                <a:solidFill>
                  <a:srgbClr val="182B38"/>
                </a:solidFill>
                <a:latin typeface="Arial"/>
                <a:ea typeface="Arial"/>
                <a:cs typeface="Arial"/>
              </a:defRPr>
            </a:lvl2pPr>
            <a:lvl3pPr>
              <a:defRPr sz="2175" b="0">
                <a:solidFill>
                  <a:srgbClr val="182B38"/>
                </a:solidFill>
                <a:latin typeface="Arial"/>
                <a:ea typeface="Arial"/>
                <a:cs typeface="Arial"/>
              </a:defRPr>
            </a:lvl3pPr>
            <a:lvl4pPr>
              <a:defRPr sz="2175" b="0">
                <a:solidFill>
                  <a:srgbClr val="182B38"/>
                </a:solidFill>
                <a:latin typeface="Arial"/>
                <a:ea typeface="Arial"/>
                <a:cs typeface="Arial"/>
              </a:defRPr>
            </a:lvl4pPr>
            <a:lvl5pPr>
              <a:defRPr sz="2175" b="0">
                <a:solidFill>
                  <a:srgbClr val="182B38"/>
                </a:solidFill>
                <a:latin typeface="Arial"/>
                <a:ea typeface="Arial"/>
                <a:cs typeface="Arial"/>
              </a:defRPr>
            </a:lvl5pPr>
            <a:lvl6pPr>
              <a:defRPr sz="2175" b="0">
                <a:solidFill>
                  <a:srgbClr val="182B38"/>
                </a:solidFill>
                <a:latin typeface="Arial"/>
                <a:ea typeface="Arial"/>
                <a:cs typeface="Arial"/>
              </a:defRPr>
            </a:lvl6pPr>
            <a:lvl7pPr>
              <a:defRPr sz="2175" b="0">
                <a:solidFill>
                  <a:srgbClr val="182B38"/>
                </a:solidFill>
                <a:latin typeface="Arial"/>
                <a:ea typeface="Arial"/>
                <a:cs typeface="Arial"/>
              </a:defRPr>
            </a:lvl7pPr>
            <a:lvl8pPr>
              <a:defRPr sz="2175" b="0">
                <a:solidFill>
                  <a:srgbClr val="182B38"/>
                </a:solidFill>
                <a:latin typeface="Arial"/>
                <a:ea typeface="Arial"/>
                <a:cs typeface="Arial"/>
              </a:defRPr>
            </a:lvl8pPr>
            <a:lvl9pPr>
              <a:defRPr sz="2175" b="0">
                <a:solidFill>
                  <a:srgbClr val="182B38"/>
                </a:solidFill>
                <a:latin typeface="Arial"/>
                <a:ea typeface="Arial"/>
                <a:cs typeface="Arial"/>
              </a:defRPr>
            </a:lvl9pPr>
          </a:lstStyle>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Evaluate Snowflake Decision after</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retrieval: sufficient, conflicting</a:t>
            </a:r>
          </a:p>
          <a:p xmlns:a="http://schemas.openxmlformats.org/drawingml/2006/main">
            <a:pPr>
              <a:defRPr sz="2175" b="0">
                <a:solidFill>
                  <a:srgbClr val="182B38"/>
                </a:solidFill>
                <a:latin typeface="Arial"/>
                <a:ea typeface="Arial"/>
                <a:cs typeface="Arial"/>
              </a:defRPr>
            </a:pPr>
            <a:r>
              <a:rPr sz="2175" b="0">
                <a:solidFill>
                  <a:srgbClr val="182B38"/>
                </a:solidFill>
                <a:latin typeface="Arial"/>
                <a:ea typeface="Arial"/>
                <a:cs typeface="Arial"/>
              </a:rPr>
              <a:t>or missing evidence.</a:t>
            </a:r>
          </a:p>
        </p:txBody>
      </p:sp>
      <p:sp>
        <p:nvSpPr>
          <p:cNvPr id="7" name="">
            <a:extLst xmlns:a="http://schemas.openxmlformats.org/drawingml/2006/main">
              <a:ext uri="{FF2B5EF4-FFF2-40B4-BE49-F238E27FC236}">
                <a16:creationId xmlns:a16="http://schemas.microsoft.com/office/drawing/2014/main" id="{A87A16EA-FC91-4D81-95FC-3997A33127A5}"/>
              </a:ext>
            </a:extLst>
          </p:cNvPr>
          <p:cNvSpPr>
            <a:spLocks xmlns:a="http://schemas.openxmlformats.org/drawingml/2006/main" noGrp="1"/>
          </p:cNvSpPr>
          <p:nvPr/>
        </p:nvSpPr>
        <p:spPr>
          <a:xfrm xmlns:a="http://schemas.openxmlformats.org/drawingml/2006/main">
            <a:off x="609600" y="40957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2B38"/>
                </a:solidFill>
                <a:latin typeface="Arial"/>
                <a:ea typeface="Arial"/>
                <a:cs typeface="Arial"/>
              </a:defRPr>
            </a:defPPr>
            <a:lvl1pPr>
              <a:defRPr sz="2325" b="1">
                <a:solidFill>
                  <a:srgbClr val="182B38"/>
                </a:solidFill>
                <a:latin typeface="Arial"/>
                <a:ea typeface="Arial"/>
                <a:cs typeface="Arial"/>
              </a:defRPr>
            </a:lvl1pPr>
            <a:lvl2pPr>
              <a:defRPr sz="2325" b="1">
                <a:solidFill>
                  <a:srgbClr val="182B38"/>
                </a:solidFill>
                <a:latin typeface="Arial"/>
                <a:ea typeface="Arial"/>
                <a:cs typeface="Arial"/>
              </a:defRPr>
            </a:lvl2pPr>
            <a:lvl3pPr>
              <a:defRPr sz="2325" b="1">
                <a:solidFill>
                  <a:srgbClr val="182B38"/>
                </a:solidFill>
                <a:latin typeface="Arial"/>
                <a:ea typeface="Arial"/>
                <a:cs typeface="Arial"/>
              </a:defRPr>
            </a:lvl3pPr>
            <a:lvl4pPr>
              <a:defRPr sz="2325" b="1">
                <a:solidFill>
                  <a:srgbClr val="182B38"/>
                </a:solidFill>
                <a:latin typeface="Arial"/>
                <a:ea typeface="Arial"/>
                <a:cs typeface="Arial"/>
              </a:defRPr>
            </a:lvl4pPr>
            <a:lvl5pPr>
              <a:defRPr sz="2325" b="1">
                <a:solidFill>
                  <a:srgbClr val="182B38"/>
                </a:solidFill>
                <a:latin typeface="Arial"/>
                <a:ea typeface="Arial"/>
                <a:cs typeface="Arial"/>
              </a:defRPr>
            </a:lvl5pPr>
            <a:lvl6pPr>
              <a:defRPr sz="2325" b="1">
                <a:solidFill>
                  <a:srgbClr val="182B38"/>
                </a:solidFill>
                <a:latin typeface="Arial"/>
                <a:ea typeface="Arial"/>
                <a:cs typeface="Arial"/>
              </a:defRPr>
            </a:lvl6pPr>
            <a:lvl7pPr>
              <a:defRPr sz="2325" b="1">
                <a:solidFill>
                  <a:srgbClr val="182B38"/>
                </a:solidFill>
                <a:latin typeface="Arial"/>
                <a:ea typeface="Arial"/>
                <a:cs typeface="Arial"/>
              </a:defRPr>
            </a:lvl7pPr>
            <a:lvl8pPr>
              <a:defRPr sz="2325" b="1">
                <a:solidFill>
                  <a:srgbClr val="182B38"/>
                </a:solidFill>
                <a:latin typeface="Arial"/>
                <a:ea typeface="Arial"/>
                <a:cs typeface="Arial"/>
              </a:defRPr>
            </a:lvl8pPr>
            <a:lvl9pPr>
              <a:defRPr sz="2325" b="1">
                <a:solidFill>
                  <a:srgbClr val="182B38"/>
                </a:solidFill>
                <a:latin typeface="Arial"/>
                <a:ea typeface="Arial"/>
                <a:cs typeface="Arial"/>
              </a:defRPr>
            </a:lvl9pPr>
          </a:lstStyle>
          <a:p xmlns:a="http://schemas.openxmlformats.org/drawingml/2006/main">
            <a:pPr>
              <a:defRPr sz="2325" b="1">
                <a:solidFill>
                  <a:srgbClr val="182B38"/>
                </a:solidFill>
                <a:latin typeface="Arial"/>
                <a:ea typeface="Arial"/>
                <a:cs typeface="Arial"/>
              </a:defRPr>
            </a:pPr>
            <a:r>
              <a:rPr sz="2325" b="1">
                <a:solidFill>
                  <a:srgbClr val="182B38"/>
                </a:solidFill>
                <a:latin typeface="Arial"/>
                <a:ea typeface="Arial"/>
                <a:cs typeface="Arial"/>
              </a:rPr>
              <a:t>Route uncertainty to more retrieval or human review.</a:t>
            </a:r>
          </a:p>
          <a:p xmlns:a="http://schemas.openxmlformats.org/drawingml/2006/main">
            <a:pPr>
              <a:defRPr sz="2325" b="1">
                <a:solidFill>
                  <a:srgbClr val="182B38"/>
                </a:solidFill>
                <a:latin typeface="Arial"/>
                <a:ea typeface="Arial"/>
                <a:cs typeface="Arial"/>
              </a:defRPr>
            </a:pPr>
            <a:r>
              <a:rPr sz="2325" b="1">
                <a:solidFill>
                  <a:srgbClr val="182B38"/>
                </a:solidFill>
                <a:latin typeface="Arial"/>
                <a:ea typeface="Arial"/>
                <a:cs typeface="Arial"/>
              </a:rPr>
              <a:t>Keep deterministic contract checks mandatory for release.</a:t>
            </a:r>
          </a:p>
        </p:txBody>
      </p:sp>
      <p:sp>
        <p:nvSpPr>
          <p:cNvPr id="8" name="">
            <a:extLst xmlns:a="http://schemas.openxmlformats.org/drawingml/2006/main">
              <a:ext uri="{FF2B5EF4-FFF2-40B4-BE49-F238E27FC236}">
                <a16:creationId xmlns:a16="http://schemas.microsoft.com/office/drawing/2014/main" id="{BE6B6BD8-ECA5-44CC-AC70-7D0DFB902F11}"/>
              </a:ext>
            </a:extLst>
          </p:cNvPr>
          <p:cNvSpPr>
            <a:spLocks xmlns:a="http://schemas.openxmlformats.org/drawingml/2006/main" noGrp="1"/>
          </p:cNvSpPr>
          <p:nvPr/>
        </p:nvSpPr>
        <p:spPr>
          <a:xfrm xmlns:a="http://schemas.openxmlformats.org/drawingml/2006/main">
            <a:off x="609600" y="55626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4"/>
                </a:solidFill>
                <a:latin typeface="Arial"/>
                <a:ea typeface="Arial"/>
                <a:cs typeface="Arial"/>
              </a:defRPr>
            </a:defPPr>
            <a:lvl1pPr>
              <a:defRPr sz="1800" b="0">
                <a:solidFill>
                  <a:srgbClr val="536574"/>
                </a:solidFill>
                <a:latin typeface="Arial"/>
                <a:ea typeface="Arial"/>
                <a:cs typeface="Arial"/>
              </a:defRPr>
            </a:lvl1pPr>
            <a:lvl2pPr>
              <a:defRPr sz="1800" b="0">
                <a:solidFill>
                  <a:srgbClr val="536574"/>
                </a:solidFill>
                <a:latin typeface="Arial"/>
                <a:ea typeface="Arial"/>
                <a:cs typeface="Arial"/>
              </a:defRPr>
            </a:lvl2pPr>
            <a:lvl3pPr>
              <a:defRPr sz="1800" b="0">
                <a:solidFill>
                  <a:srgbClr val="536574"/>
                </a:solidFill>
                <a:latin typeface="Arial"/>
                <a:ea typeface="Arial"/>
                <a:cs typeface="Arial"/>
              </a:defRPr>
            </a:lvl3pPr>
            <a:lvl4pPr>
              <a:defRPr sz="1800" b="0">
                <a:solidFill>
                  <a:srgbClr val="536574"/>
                </a:solidFill>
                <a:latin typeface="Arial"/>
                <a:ea typeface="Arial"/>
                <a:cs typeface="Arial"/>
              </a:defRPr>
            </a:lvl4pPr>
            <a:lvl5pPr>
              <a:defRPr sz="1800" b="0">
                <a:solidFill>
                  <a:srgbClr val="536574"/>
                </a:solidFill>
                <a:latin typeface="Arial"/>
                <a:ea typeface="Arial"/>
                <a:cs typeface="Arial"/>
              </a:defRPr>
            </a:lvl5pPr>
            <a:lvl6pPr>
              <a:defRPr sz="1800" b="0">
                <a:solidFill>
                  <a:srgbClr val="536574"/>
                </a:solidFill>
                <a:latin typeface="Arial"/>
                <a:ea typeface="Arial"/>
                <a:cs typeface="Arial"/>
              </a:defRPr>
            </a:lvl6pPr>
            <a:lvl7pPr>
              <a:defRPr sz="1800" b="0">
                <a:solidFill>
                  <a:srgbClr val="536574"/>
                </a:solidFill>
                <a:latin typeface="Arial"/>
                <a:ea typeface="Arial"/>
                <a:cs typeface="Arial"/>
              </a:defRPr>
            </a:lvl7pPr>
            <a:lvl8pPr>
              <a:defRPr sz="1800" b="0">
                <a:solidFill>
                  <a:srgbClr val="536574"/>
                </a:solidFill>
                <a:latin typeface="Arial"/>
                <a:ea typeface="Arial"/>
                <a:cs typeface="Arial"/>
              </a:defRPr>
            </a:lvl8pPr>
            <a:lvl9pPr>
              <a:defRPr sz="1800" b="0">
                <a:solidFill>
                  <a:srgbClr val="536574"/>
                </a:solidFill>
                <a:latin typeface="Arial"/>
                <a:ea typeface="Arial"/>
                <a:cs typeface="Arial"/>
              </a:defRPr>
            </a:lvl9pPr>
          </a:lstStyle>
          <a:p xmlns:a="http://schemas.openxmlformats.org/drawingml/2006/main">
            <a:pPr>
              <a:defRPr sz="1800" b="0">
                <a:solidFill>
                  <a:srgbClr val="536574"/>
                </a:solidFill>
                <a:latin typeface="Arial"/>
                <a:ea typeface="Arial"/>
                <a:cs typeface="Arial"/>
              </a:defRPr>
            </a:pPr>
            <a:r>
              <a:rPr sz="1800" b="0">
                <a:solidFill>
                  <a:srgbClr val="536574"/>
                </a:solidFill>
                <a:latin typeface="Arial"/>
                <a:ea typeface="Arial"/>
                <a:cs typeface="Arial"/>
              </a:rPr>
              <a:t>Proposed only. Unavailable in our session. Improvement has not been measured.</a:t>
            </a:r>
          </a:p>
        </p:txBody>
      </p:sp>
    </p:spTree>
    <p:extLst>
      <p:ext uri="{BB962C8B-B14F-4D97-AF65-F5344CB8AC3E}">
        <p14:creationId xmlns:p14="http://schemas.microsoft.com/office/powerpoint/2010/main" val="1054856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2026-10-23T21:30:11.1790000Z</dcterms:created>
  <dcterms:modified xsi:type="dcterms:W3CDTF">2026-10-23T21:30:11.1790000Z</dcterms:modified>
</coreProperties>
</file>